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80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Wujian Xue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Oct 2026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problem and why</a:t>
            </a:r>
          </a:p>
        </p:txBody>
      </p:sp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B8BDC-C4C6-0905-5F9F-38B1383CE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have I done about it?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</a:t>
            </a:r>
            <a:r>
              <a:rPr lang="en-US"/>
              <a:t>go from there?</a:t>
            </a:r>
          </a:p>
        </p:txBody>
      </p:sp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57</Words>
  <Application>Microsoft Office PowerPoint</Application>
  <PresentationFormat>Widescreen</PresentationFormat>
  <Paragraphs>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From On-Premise to Cloud:   Lessons Learned from an Enterprise AWS Migration at Fannie Mae</vt:lpstr>
      <vt:lpstr>Background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2</cp:revision>
  <dcterms:created xsi:type="dcterms:W3CDTF">2026-09-28T02:18:07Z</dcterms:created>
  <dcterms:modified xsi:type="dcterms:W3CDTF">2026-10-05T02:31:49Z</dcterms:modified>
</cp:coreProperties>
</file>