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0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017" y="1122363"/>
            <a:ext cx="11569148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From On-Premise to Cloud: Lessons Learned from an Enterprise AWS Migration at Fannie Mae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Wujian Xue</a:t>
            </a:r>
          </a:p>
          <a:p>
            <a:r>
              <a:rPr lang="en-US"/>
              <a:t>Oct 2026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From On-Premise to Cloud: Lessons Learned from an Enterprise AWS Migration at Fannie Mae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1</cp:revision>
  <dcterms:created xsi:type="dcterms:W3CDTF">2026-09-28T02:18:07Z</dcterms:created>
  <dcterms:modified xsi:type="dcterms:W3CDTF">2026-09-28T02:18:27Z</dcterms:modified>
</cp:coreProperties>
</file>