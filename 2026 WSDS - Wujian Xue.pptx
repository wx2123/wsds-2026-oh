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57" r:id="rId4"/>
    <p:sldId id="273" r:id="rId5"/>
    <p:sldId id="274" r:id="rId6"/>
    <p:sldId id="258" r:id="rId7"/>
    <p:sldId id="272" r:id="rId8"/>
    <p:sldId id="259" r:id="rId9"/>
    <p:sldId id="270" r:id="rId10"/>
    <p:sldId id="271" r:id="rId11"/>
    <p:sldId id="269" r:id="rId12"/>
    <p:sldId id="266" r:id="rId13"/>
    <p:sldId id="265" r:id="rId14"/>
    <p:sldId id="275" r:id="rId15"/>
    <p:sldId id="267" r:id="rId16"/>
    <p:sldId id="260" r:id="rId17"/>
    <p:sldId id="261" r:id="rId18"/>
    <p:sldId id="263" r:id="rId19"/>
    <p:sldId id="262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9" d="100"/>
          <a:sy n="89" d="100"/>
        </p:scale>
        <p:origin x="36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208F64C-0EEF-4D44-B6E6-BFE6459F5DDE}" type="doc">
      <dgm:prSet loTypeId="urn:microsoft.com/office/officeart/2011/layout/HexagonRadial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02F0427-6797-43C7-9CFF-39FE5CFA72D9}">
      <dgm:prSet phldrT="[Text]" phldr="0" custT="1"/>
      <dgm:spPr/>
      <dgm:t>
        <a:bodyPr/>
        <a:lstStyle/>
        <a:p>
          <a:r>
            <a:rPr lang="en-US" sz="1200" dirty="0"/>
            <a:t>Cloud migration</a:t>
          </a:r>
        </a:p>
      </dgm:t>
    </dgm:pt>
    <dgm:pt modelId="{936A183E-D86C-4E46-90C7-D408ED3AFE0C}" type="parTrans" cxnId="{0C14DDF5-4ABD-41AD-BB04-C7589277FC11}">
      <dgm:prSet/>
      <dgm:spPr/>
      <dgm:t>
        <a:bodyPr/>
        <a:lstStyle/>
        <a:p>
          <a:endParaRPr lang="en-US" sz="1200"/>
        </a:p>
      </dgm:t>
    </dgm:pt>
    <dgm:pt modelId="{9D912BBE-A4A4-4ECC-BB0A-28828FC6A443}" type="sibTrans" cxnId="{0C14DDF5-4ABD-41AD-BB04-C7589277FC11}">
      <dgm:prSet/>
      <dgm:spPr/>
      <dgm:t>
        <a:bodyPr/>
        <a:lstStyle/>
        <a:p>
          <a:endParaRPr lang="en-US" sz="1200"/>
        </a:p>
      </dgm:t>
    </dgm:pt>
    <dgm:pt modelId="{BE175FE2-498E-448A-B4A7-2283839D76F4}">
      <dgm:prSet phldrT="[Text]" phldr="0" custT="1"/>
      <dgm:spPr>
        <a:solidFill>
          <a:schemeClr val="accent2"/>
        </a:solidFill>
      </dgm:spPr>
      <dgm:t>
        <a:bodyPr/>
        <a:lstStyle/>
        <a:p>
          <a:r>
            <a:rPr lang="en-US" sz="1200" dirty="0"/>
            <a:t>Time to customer value</a:t>
          </a:r>
        </a:p>
      </dgm:t>
    </dgm:pt>
    <dgm:pt modelId="{D22DE5EC-1A0D-44B8-A0B4-B8E22F720A91}" type="parTrans" cxnId="{09912B82-505C-4526-A64D-7C4639D33CF2}">
      <dgm:prSet/>
      <dgm:spPr/>
      <dgm:t>
        <a:bodyPr/>
        <a:lstStyle/>
        <a:p>
          <a:endParaRPr lang="en-US" sz="1200"/>
        </a:p>
      </dgm:t>
    </dgm:pt>
    <dgm:pt modelId="{F7396975-9E05-4FAA-B722-F6253FC2E417}" type="sibTrans" cxnId="{09912B82-505C-4526-A64D-7C4639D33CF2}">
      <dgm:prSet/>
      <dgm:spPr/>
      <dgm:t>
        <a:bodyPr/>
        <a:lstStyle/>
        <a:p>
          <a:endParaRPr lang="en-US" sz="1200"/>
        </a:p>
      </dgm:t>
    </dgm:pt>
    <dgm:pt modelId="{1563DCD7-CC83-4FCC-986E-EF0D88F8C8C9}">
      <dgm:prSet phldrT="[Text]" phldr="0" custT="1"/>
      <dgm:spPr>
        <a:solidFill>
          <a:schemeClr val="accent3"/>
        </a:solidFill>
      </dgm:spPr>
      <dgm:t>
        <a:bodyPr/>
        <a:lstStyle/>
        <a:p>
          <a:r>
            <a:rPr lang="en-US" sz="1200" dirty="0"/>
            <a:t>Organize for effectiveness</a:t>
          </a:r>
        </a:p>
      </dgm:t>
    </dgm:pt>
    <dgm:pt modelId="{59CA1295-6B0D-4D46-9A6E-2BE514C501C1}" type="parTrans" cxnId="{CC0D36AC-DB77-4EAE-B086-2C6AAEFE3F2A}">
      <dgm:prSet/>
      <dgm:spPr/>
      <dgm:t>
        <a:bodyPr/>
        <a:lstStyle/>
        <a:p>
          <a:endParaRPr lang="en-US" sz="1200"/>
        </a:p>
      </dgm:t>
    </dgm:pt>
    <dgm:pt modelId="{E189B592-1F81-44E7-B47F-E1578E5C0D66}" type="sibTrans" cxnId="{CC0D36AC-DB77-4EAE-B086-2C6AAEFE3F2A}">
      <dgm:prSet/>
      <dgm:spPr/>
      <dgm:t>
        <a:bodyPr/>
        <a:lstStyle/>
        <a:p>
          <a:endParaRPr lang="en-US" sz="1200"/>
        </a:p>
      </dgm:t>
    </dgm:pt>
    <dgm:pt modelId="{E9121F76-5EF8-4413-AF26-8697B1A9AA5A}">
      <dgm:prSet phldrT="[Text]" phldr="0" custT="1"/>
      <dgm:spPr>
        <a:solidFill>
          <a:srgbClr val="92D050"/>
        </a:solidFill>
      </dgm:spPr>
      <dgm:t>
        <a:bodyPr/>
        <a:lstStyle/>
        <a:p>
          <a:r>
            <a:rPr lang="en-US" sz="1200" dirty="0"/>
            <a:t>Digital stability</a:t>
          </a:r>
        </a:p>
      </dgm:t>
    </dgm:pt>
    <dgm:pt modelId="{8C532E8D-69F8-4B70-A921-97FB40C76A2F}" type="parTrans" cxnId="{81F62DBD-B899-4930-B398-F865E8B6888B}">
      <dgm:prSet/>
      <dgm:spPr/>
      <dgm:t>
        <a:bodyPr/>
        <a:lstStyle/>
        <a:p>
          <a:endParaRPr lang="en-US" sz="1200"/>
        </a:p>
      </dgm:t>
    </dgm:pt>
    <dgm:pt modelId="{CCB91678-A106-4A6C-87D2-2D693F9505DB}" type="sibTrans" cxnId="{81F62DBD-B899-4930-B398-F865E8B6888B}">
      <dgm:prSet/>
      <dgm:spPr/>
      <dgm:t>
        <a:bodyPr/>
        <a:lstStyle/>
        <a:p>
          <a:endParaRPr lang="en-US" sz="1200"/>
        </a:p>
      </dgm:t>
    </dgm:pt>
    <dgm:pt modelId="{D06E1645-DE76-4E65-BB3C-46F3BAC5AF75}">
      <dgm:prSet phldrT="[Text]" custT="1"/>
      <dgm:spPr>
        <a:solidFill>
          <a:srgbClr val="00B0F0"/>
        </a:solidFill>
      </dgm:spPr>
      <dgm:t>
        <a:bodyPr/>
        <a:lstStyle/>
        <a:p>
          <a:r>
            <a:rPr lang="en-US" altLang="zh-CN" sz="1200" dirty="0"/>
            <a:t>Business Innovation at speed</a:t>
          </a:r>
          <a:endParaRPr lang="en-US" sz="1200" dirty="0"/>
        </a:p>
      </dgm:t>
    </dgm:pt>
    <dgm:pt modelId="{BE94E7EA-F143-44A5-B81A-3464EC870185}" type="parTrans" cxnId="{CCB88BBB-D2D2-4EE7-BA30-391C3EBAD68C}">
      <dgm:prSet/>
      <dgm:spPr/>
      <dgm:t>
        <a:bodyPr/>
        <a:lstStyle/>
        <a:p>
          <a:endParaRPr lang="en-US" sz="1200"/>
        </a:p>
      </dgm:t>
    </dgm:pt>
    <dgm:pt modelId="{5927F88E-3CFB-42A1-B344-5AA79A4C293A}" type="sibTrans" cxnId="{CCB88BBB-D2D2-4EE7-BA30-391C3EBAD68C}">
      <dgm:prSet/>
      <dgm:spPr/>
      <dgm:t>
        <a:bodyPr/>
        <a:lstStyle/>
        <a:p>
          <a:endParaRPr lang="en-US" sz="1200"/>
        </a:p>
      </dgm:t>
    </dgm:pt>
    <dgm:pt modelId="{BB981C33-12A1-4F6C-8D00-12C6EC1236A6}">
      <dgm:prSet phldrT="[Text]" phldr="0" custT="1"/>
      <dgm:spPr>
        <a:solidFill>
          <a:srgbClr val="002060"/>
        </a:solidFill>
      </dgm:spPr>
      <dgm:t>
        <a:bodyPr/>
        <a:lstStyle/>
        <a:p>
          <a:r>
            <a:rPr lang="en-US" sz="1200" dirty="0"/>
            <a:t>Enable transformation</a:t>
          </a:r>
        </a:p>
      </dgm:t>
    </dgm:pt>
    <dgm:pt modelId="{F7D42D6E-AEC6-4242-B246-7A189388A0F8}" type="parTrans" cxnId="{FA5E902D-85A4-4CD2-87C7-EE50DFA82060}">
      <dgm:prSet/>
      <dgm:spPr/>
      <dgm:t>
        <a:bodyPr/>
        <a:lstStyle/>
        <a:p>
          <a:endParaRPr lang="en-US" sz="1200"/>
        </a:p>
      </dgm:t>
    </dgm:pt>
    <dgm:pt modelId="{A5179DFB-4E52-435E-98B6-48F909660EC9}" type="sibTrans" cxnId="{FA5E902D-85A4-4CD2-87C7-EE50DFA82060}">
      <dgm:prSet/>
      <dgm:spPr/>
      <dgm:t>
        <a:bodyPr/>
        <a:lstStyle/>
        <a:p>
          <a:endParaRPr lang="en-US" sz="1200"/>
        </a:p>
      </dgm:t>
    </dgm:pt>
    <dgm:pt modelId="{E6B28B6F-C093-4492-834A-5B67CB2968D9}">
      <dgm:prSet phldrT="[Text]" phldr="0" custT="1"/>
      <dgm:spPr>
        <a:solidFill>
          <a:srgbClr val="FF0000"/>
        </a:solidFill>
      </dgm:spPr>
      <dgm:t>
        <a:bodyPr/>
        <a:lstStyle/>
        <a:p>
          <a:r>
            <a:rPr lang="en-US" sz="1200" dirty="0"/>
            <a:t>Intelligent </a:t>
          </a:r>
          <a:r>
            <a:rPr lang="en-US" altLang="zh-CN" sz="1200" dirty="0"/>
            <a:t>automation</a:t>
          </a:r>
          <a:endParaRPr lang="en-US" sz="1200" dirty="0"/>
        </a:p>
      </dgm:t>
    </dgm:pt>
    <dgm:pt modelId="{16007CBA-F250-4A92-91E9-E2465ED87B2A}" type="parTrans" cxnId="{E6ECE566-AB50-4692-8DED-B40CF4E97AB2}">
      <dgm:prSet/>
      <dgm:spPr/>
      <dgm:t>
        <a:bodyPr/>
        <a:lstStyle/>
        <a:p>
          <a:endParaRPr lang="en-US" sz="1200"/>
        </a:p>
      </dgm:t>
    </dgm:pt>
    <dgm:pt modelId="{F8A9E26C-260A-45F5-8E9E-ABAE245C49E4}" type="sibTrans" cxnId="{E6ECE566-AB50-4692-8DED-B40CF4E97AB2}">
      <dgm:prSet/>
      <dgm:spPr/>
      <dgm:t>
        <a:bodyPr/>
        <a:lstStyle/>
        <a:p>
          <a:endParaRPr lang="en-US" sz="1200"/>
        </a:p>
      </dgm:t>
    </dgm:pt>
    <dgm:pt modelId="{67D15FC6-E047-48C3-847F-243D66AC66A9}" type="pres">
      <dgm:prSet presAssocID="{3208F64C-0EEF-4D44-B6E6-BFE6459F5DDE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</dgm:pt>
    <dgm:pt modelId="{F1D19A2F-77BC-4938-9885-093F435A8A47}" type="pres">
      <dgm:prSet presAssocID="{602F0427-6797-43C7-9CFF-39FE5CFA72D9}" presName="Parent" presStyleLbl="node0" presStyleIdx="0" presStyleCnt="1">
        <dgm:presLayoutVars>
          <dgm:chMax val="6"/>
          <dgm:chPref val="6"/>
        </dgm:presLayoutVars>
      </dgm:prSet>
      <dgm:spPr/>
    </dgm:pt>
    <dgm:pt modelId="{D6EA40F1-8F1D-497B-935A-7440D7458290}" type="pres">
      <dgm:prSet presAssocID="{BE175FE2-498E-448A-B4A7-2283839D76F4}" presName="Accent1" presStyleCnt="0"/>
      <dgm:spPr/>
    </dgm:pt>
    <dgm:pt modelId="{595D05E8-0147-4426-84F2-CAF286F94084}" type="pres">
      <dgm:prSet presAssocID="{BE175FE2-498E-448A-B4A7-2283839D76F4}" presName="Accent" presStyleLbl="bgShp" presStyleIdx="0" presStyleCnt="6"/>
      <dgm:spPr/>
    </dgm:pt>
    <dgm:pt modelId="{0CB0AA78-D63F-4F3A-AFA6-EAE5E0314406}" type="pres">
      <dgm:prSet presAssocID="{BE175FE2-498E-448A-B4A7-2283839D76F4}" presName="Child1" presStyleLbl="node1" presStyleIdx="0" presStyleCnt="6">
        <dgm:presLayoutVars>
          <dgm:chMax val="0"/>
          <dgm:chPref val="0"/>
          <dgm:bulletEnabled val="1"/>
        </dgm:presLayoutVars>
      </dgm:prSet>
      <dgm:spPr/>
    </dgm:pt>
    <dgm:pt modelId="{588526E8-04B5-4B80-AA9B-0D229A69CB08}" type="pres">
      <dgm:prSet presAssocID="{1563DCD7-CC83-4FCC-986E-EF0D88F8C8C9}" presName="Accent2" presStyleCnt="0"/>
      <dgm:spPr/>
    </dgm:pt>
    <dgm:pt modelId="{16108406-D824-48AA-986F-F20B13B82A81}" type="pres">
      <dgm:prSet presAssocID="{1563DCD7-CC83-4FCC-986E-EF0D88F8C8C9}" presName="Accent" presStyleLbl="bgShp" presStyleIdx="1" presStyleCnt="6"/>
      <dgm:spPr/>
    </dgm:pt>
    <dgm:pt modelId="{9699140C-2F89-460C-BE44-85A64DE59F52}" type="pres">
      <dgm:prSet presAssocID="{1563DCD7-CC83-4FCC-986E-EF0D88F8C8C9}" presName="Child2" presStyleLbl="node1" presStyleIdx="1" presStyleCnt="6">
        <dgm:presLayoutVars>
          <dgm:chMax val="0"/>
          <dgm:chPref val="0"/>
          <dgm:bulletEnabled val="1"/>
        </dgm:presLayoutVars>
      </dgm:prSet>
      <dgm:spPr/>
    </dgm:pt>
    <dgm:pt modelId="{B9739F21-4DE0-44C7-A0C1-2C212BC562EA}" type="pres">
      <dgm:prSet presAssocID="{E9121F76-5EF8-4413-AF26-8697B1A9AA5A}" presName="Accent3" presStyleCnt="0"/>
      <dgm:spPr/>
    </dgm:pt>
    <dgm:pt modelId="{322F9847-0308-445A-A02E-9697140899BE}" type="pres">
      <dgm:prSet presAssocID="{E9121F76-5EF8-4413-AF26-8697B1A9AA5A}" presName="Accent" presStyleLbl="bgShp" presStyleIdx="2" presStyleCnt="6"/>
      <dgm:spPr/>
    </dgm:pt>
    <dgm:pt modelId="{55AB8E64-BB27-433B-A701-D00D0ADFE0F2}" type="pres">
      <dgm:prSet presAssocID="{E9121F76-5EF8-4413-AF26-8697B1A9AA5A}" presName="Child3" presStyleLbl="node1" presStyleIdx="2" presStyleCnt="6">
        <dgm:presLayoutVars>
          <dgm:chMax val="0"/>
          <dgm:chPref val="0"/>
          <dgm:bulletEnabled val="1"/>
        </dgm:presLayoutVars>
      </dgm:prSet>
      <dgm:spPr/>
    </dgm:pt>
    <dgm:pt modelId="{FE031180-106C-462C-846E-00FB37085631}" type="pres">
      <dgm:prSet presAssocID="{D06E1645-DE76-4E65-BB3C-46F3BAC5AF75}" presName="Accent4" presStyleCnt="0"/>
      <dgm:spPr/>
    </dgm:pt>
    <dgm:pt modelId="{76DF7524-118F-4A3C-8039-C7730AC993D2}" type="pres">
      <dgm:prSet presAssocID="{D06E1645-DE76-4E65-BB3C-46F3BAC5AF75}" presName="Accent" presStyleLbl="bgShp" presStyleIdx="3" presStyleCnt="6"/>
      <dgm:spPr/>
    </dgm:pt>
    <dgm:pt modelId="{D57699A4-5871-457E-B5AC-85BE314A9854}" type="pres">
      <dgm:prSet presAssocID="{D06E1645-DE76-4E65-BB3C-46F3BAC5AF75}" presName="Child4" presStyleLbl="node1" presStyleIdx="3" presStyleCnt="6">
        <dgm:presLayoutVars>
          <dgm:chMax val="0"/>
          <dgm:chPref val="0"/>
          <dgm:bulletEnabled val="1"/>
        </dgm:presLayoutVars>
      </dgm:prSet>
      <dgm:spPr/>
    </dgm:pt>
    <dgm:pt modelId="{5A3A4720-2C82-4FE8-8A1B-0239B901DA21}" type="pres">
      <dgm:prSet presAssocID="{BB981C33-12A1-4F6C-8D00-12C6EC1236A6}" presName="Accent5" presStyleCnt="0"/>
      <dgm:spPr/>
    </dgm:pt>
    <dgm:pt modelId="{6A5105C0-DF27-4B27-8885-6430EAC6309F}" type="pres">
      <dgm:prSet presAssocID="{BB981C33-12A1-4F6C-8D00-12C6EC1236A6}" presName="Accent" presStyleLbl="bgShp" presStyleIdx="4" presStyleCnt="6"/>
      <dgm:spPr/>
    </dgm:pt>
    <dgm:pt modelId="{EDC1BEF1-AC06-4D76-AA94-62F6EB75537B}" type="pres">
      <dgm:prSet presAssocID="{BB981C33-12A1-4F6C-8D00-12C6EC1236A6}" presName="Child5" presStyleLbl="node1" presStyleIdx="4" presStyleCnt="6">
        <dgm:presLayoutVars>
          <dgm:chMax val="0"/>
          <dgm:chPref val="0"/>
          <dgm:bulletEnabled val="1"/>
        </dgm:presLayoutVars>
      </dgm:prSet>
      <dgm:spPr/>
    </dgm:pt>
    <dgm:pt modelId="{0D077B03-4238-4515-BAC2-1FD4B5D76EA1}" type="pres">
      <dgm:prSet presAssocID="{E6B28B6F-C093-4492-834A-5B67CB2968D9}" presName="Accent6" presStyleCnt="0"/>
      <dgm:spPr/>
    </dgm:pt>
    <dgm:pt modelId="{49B31C55-29E4-4F65-B048-7407A37441AB}" type="pres">
      <dgm:prSet presAssocID="{E6B28B6F-C093-4492-834A-5B67CB2968D9}" presName="Accent" presStyleLbl="bgShp" presStyleIdx="5" presStyleCnt="6"/>
      <dgm:spPr/>
    </dgm:pt>
    <dgm:pt modelId="{C5A425D9-4151-4A77-AD71-BFDEBC1E8358}" type="pres">
      <dgm:prSet presAssocID="{E6B28B6F-C093-4492-834A-5B67CB2968D9}" presName="Child6" presStyleLbl="node1" presStyleIdx="5" presStyleCnt="6">
        <dgm:presLayoutVars>
          <dgm:chMax val="0"/>
          <dgm:chPref val="0"/>
          <dgm:bulletEnabled val="1"/>
        </dgm:presLayoutVars>
      </dgm:prSet>
      <dgm:spPr/>
    </dgm:pt>
  </dgm:ptLst>
  <dgm:cxnLst>
    <dgm:cxn modelId="{A1E61F11-34AE-4A47-A574-9C0EAE61A1D7}" type="presOf" srcId="{E9121F76-5EF8-4413-AF26-8697B1A9AA5A}" destId="{55AB8E64-BB27-433B-A701-D00D0ADFE0F2}" srcOrd="0" destOrd="0" presId="urn:microsoft.com/office/officeart/2011/layout/HexagonRadial"/>
    <dgm:cxn modelId="{FA5E902D-85A4-4CD2-87C7-EE50DFA82060}" srcId="{602F0427-6797-43C7-9CFF-39FE5CFA72D9}" destId="{BB981C33-12A1-4F6C-8D00-12C6EC1236A6}" srcOrd="4" destOrd="0" parTransId="{F7D42D6E-AEC6-4242-B246-7A189388A0F8}" sibTransId="{A5179DFB-4E52-435E-98B6-48F909660EC9}"/>
    <dgm:cxn modelId="{E6ECE566-AB50-4692-8DED-B40CF4E97AB2}" srcId="{602F0427-6797-43C7-9CFF-39FE5CFA72D9}" destId="{E6B28B6F-C093-4492-834A-5B67CB2968D9}" srcOrd="5" destOrd="0" parTransId="{16007CBA-F250-4A92-91E9-E2465ED87B2A}" sibTransId="{F8A9E26C-260A-45F5-8E9E-ABAE245C49E4}"/>
    <dgm:cxn modelId="{B51CFA6D-8734-48C0-80BD-7223A131C12A}" type="presOf" srcId="{602F0427-6797-43C7-9CFF-39FE5CFA72D9}" destId="{F1D19A2F-77BC-4938-9885-093F435A8A47}" srcOrd="0" destOrd="0" presId="urn:microsoft.com/office/officeart/2011/layout/HexagonRadial"/>
    <dgm:cxn modelId="{ADEC6658-7BEA-464C-B0A8-7F9E2D7F4212}" type="presOf" srcId="{D06E1645-DE76-4E65-BB3C-46F3BAC5AF75}" destId="{D57699A4-5871-457E-B5AC-85BE314A9854}" srcOrd="0" destOrd="0" presId="urn:microsoft.com/office/officeart/2011/layout/HexagonRadial"/>
    <dgm:cxn modelId="{09912B82-505C-4526-A64D-7C4639D33CF2}" srcId="{602F0427-6797-43C7-9CFF-39FE5CFA72D9}" destId="{BE175FE2-498E-448A-B4A7-2283839D76F4}" srcOrd="0" destOrd="0" parTransId="{D22DE5EC-1A0D-44B8-A0B4-B8E22F720A91}" sibTransId="{F7396975-9E05-4FAA-B722-F6253FC2E417}"/>
    <dgm:cxn modelId="{E2FF408A-AF54-4325-94F7-C2B965552F11}" type="presOf" srcId="{BB981C33-12A1-4F6C-8D00-12C6EC1236A6}" destId="{EDC1BEF1-AC06-4D76-AA94-62F6EB75537B}" srcOrd="0" destOrd="0" presId="urn:microsoft.com/office/officeart/2011/layout/HexagonRadial"/>
    <dgm:cxn modelId="{CC0D36AC-DB77-4EAE-B086-2C6AAEFE3F2A}" srcId="{602F0427-6797-43C7-9CFF-39FE5CFA72D9}" destId="{1563DCD7-CC83-4FCC-986E-EF0D88F8C8C9}" srcOrd="1" destOrd="0" parTransId="{59CA1295-6B0D-4D46-9A6E-2BE514C501C1}" sibTransId="{E189B592-1F81-44E7-B47F-E1578E5C0D66}"/>
    <dgm:cxn modelId="{DEC95CB3-D37A-42E6-AC0C-303F4F46B98B}" type="presOf" srcId="{BE175FE2-498E-448A-B4A7-2283839D76F4}" destId="{0CB0AA78-D63F-4F3A-AFA6-EAE5E0314406}" srcOrd="0" destOrd="0" presId="urn:microsoft.com/office/officeart/2011/layout/HexagonRadial"/>
    <dgm:cxn modelId="{CCB88BBB-D2D2-4EE7-BA30-391C3EBAD68C}" srcId="{602F0427-6797-43C7-9CFF-39FE5CFA72D9}" destId="{D06E1645-DE76-4E65-BB3C-46F3BAC5AF75}" srcOrd="3" destOrd="0" parTransId="{BE94E7EA-F143-44A5-B81A-3464EC870185}" sibTransId="{5927F88E-3CFB-42A1-B344-5AA79A4C293A}"/>
    <dgm:cxn modelId="{81F62DBD-B899-4930-B398-F865E8B6888B}" srcId="{602F0427-6797-43C7-9CFF-39FE5CFA72D9}" destId="{E9121F76-5EF8-4413-AF26-8697B1A9AA5A}" srcOrd="2" destOrd="0" parTransId="{8C532E8D-69F8-4B70-A921-97FB40C76A2F}" sibTransId="{CCB91678-A106-4A6C-87D2-2D693F9505DB}"/>
    <dgm:cxn modelId="{4AAAA9D4-B283-42CC-9623-26DAF7CFD723}" type="presOf" srcId="{1563DCD7-CC83-4FCC-986E-EF0D88F8C8C9}" destId="{9699140C-2F89-460C-BE44-85A64DE59F52}" srcOrd="0" destOrd="0" presId="urn:microsoft.com/office/officeart/2011/layout/HexagonRadial"/>
    <dgm:cxn modelId="{F538A5E3-09EB-4D0B-B319-7AD4679BA0B9}" type="presOf" srcId="{E6B28B6F-C093-4492-834A-5B67CB2968D9}" destId="{C5A425D9-4151-4A77-AD71-BFDEBC1E8358}" srcOrd="0" destOrd="0" presId="urn:microsoft.com/office/officeart/2011/layout/HexagonRadial"/>
    <dgm:cxn modelId="{10130EE6-D901-4362-9F7A-C6893441B7E9}" type="presOf" srcId="{3208F64C-0EEF-4D44-B6E6-BFE6459F5DDE}" destId="{67D15FC6-E047-48C3-847F-243D66AC66A9}" srcOrd="0" destOrd="0" presId="urn:microsoft.com/office/officeart/2011/layout/HexagonRadial"/>
    <dgm:cxn modelId="{0C14DDF5-4ABD-41AD-BB04-C7589277FC11}" srcId="{3208F64C-0EEF-4D44-B6E6-BFE6459F5DDE}" destId="{602F0427-6797-43C7-9CFF-39FE5CFA72D9}" srcOrd="0" destOrd="0" parTransId="{936A183E-D86C-4E46-90C7-D408ED3AFE0C}" sibTransId="{9D912BBE-A4A4-4ECC-BB0A-28828FC6A443}"/>
    <dgm:cxn modelId="{CC623D90-E105-4648-9BD5-7122F61BFA61}" type="presParOf" srcId="{67D15FC6-E047-48C3-847F-243D66AC66A9}" destId="{F1D19A2F-77BC-4938-9885-093F435A8A47}" srcOrd="0" destOrd="0" presId="urn:microsoft.com/office/officeart/2011/layout/HexagonRadial"/>
    <dgm:cxn modelId="{CE2C9365-E8D9-4FCB-AA71-7D2772F9A388}" type="presParOf" srcId="{67D15FC6-E047-48C3-847F-243D66AC66A9}" destId="{D6EA40F1-8F1D-497B-935A-7440D7458290}" srcOrd="1" destOrd="0" presId="urn:microsoft.com/office/officeart/2011/layout/HexagonRadial"/>
    <dgm:cxn modelId="{A4DCEEFD-8FB7-4C00-B8A9-D7B3F2F2C9BF}" type="presParOf" srcId="{D6EA40F1-8F1D-497B-935A-7440D7458290}" destId="{595D05E8-0147-4426-84F2-CAF286F94084}" srcOrd="0" destOrd="0" presId="urn:microsoft.com/office/officeart/2011/layout/HexagonRadial"/>
    <dgm:cxn modelId="{78894057-7334-43AA-846B-411D0DBC3668}" type="presParOf" srcId="{67D15FC6-E047-48C3-847F-243D66AC66A9}" destId="{0CB0AA78-D63F-4F3A-AFA6-EAE5E0314406}" srcOrd="2" destOrd="0" presId="urn:microsoft.com/office/officeart/2011/layout/HexagonRadial"/>
    <dgm:cxn modelId="{5A590799-2041-45C1-A02F-27236B82E88F}" type="presParOf" srcId="{67D15FC6-E047-48C3-847F-243D66AC66A9}" destId="{588526E8-04B5-4B80-AA9B-0D229A69CB08}" srcOrd="3" destOrd="0" presId="urn:microsoft.com/office/officeart/2011/layout/HexagonRadial"/>
    <dgm:cxn modelId="{57DA7FC2-3729-4E4B-8659-43B4E8875CDA}" type="presParOf" srcId="{588526E8-04B5-4B80-AA9B-0D229A69CB08}" destId="{16108406-D824-48AA-986F-F20B13B82A81}" srcOrd="0" destOrd="0" presId="urn:microsoft.com/office/officeart/2011/layout/HexagonRadial"/>
    <dgm:cxn modelId="{044FEC93-D461-49D5-94B8-EEB96C0D6014}" type="presParOf" srcId="{67D15FC6-E047-48C3-847F-243D66AC66A9}" destId="{9699140C-2F89-460C-BE44-85A64DE59F52}" srcOrd="4" destOrd="0" presId="urn:microsoft.com/office/officeart/2011/layout/HexagonRadial"/>
    <dgm:cxn modelId="{01C43576-FFEF-46BE-974D-5CBA463C22D1}" type="presParOf" srcId="{67D15FC6-E047-48C3-847F-243D66AC66A9}" destId="{B9739F21-4DE0-44C7-A0C1-2C212BC562EA}" srcOrd="5" destOrd="0" presId="urn:microsoft.com/office/officeart/2011/layout/HexagonRadial"/>
    <dgm:cxn modelId="{DF47B44C-D960-4689-8500-79FC13815C82}" type="presParOf" srcId="{B9739F21-4DE0-44C7-A0C1-2C212BC562EA}" destId="{322F9847-0308-445A-A02E-9697140899BE}" srcOrd="0" destOrd="0" presId="urn:microsoft.com/office/officeart/2011/layout/HexagonRadial"/>
    <dgm:cxn modelId="{992E85C7-6CFF-4810-9D0B-449855C9FFC3}" type="presParOf" srcId="{67D15FC6-E047-48C3-847F-243D66AC66A9}" destId="{55AB8E64-BB27-433B-A701-D00D0ADFE0F2}" srcOrd="6" destOrd="0" presId="urn:microsoft.com/office/officeart/2011/layout/HexagonRadial"/>
    <dgm:cxn modelId="{803545BC-FDB9-47AC-86F5-101BFDDCCAC4}" type="presParOf" srcId="{67D15FC6-E047-48C3-847F-243D66AC66A9}" destId="{FE031180-106C-462C-846E-00FB37085631}" srcOrd="7" destOrd="0" presId="urn:microsoft.com/office/officeart/2011/layout/HexagonRadial"/>
    <dgm:cxn modelId="{03504B4D-02BB-4A3A-BEEA-C59BC5A476C0}" type="presParOf" srcId="{FE031180-106C-462C-846E-00FB37085631}" destId="{76DF7524-118F-4A3C-8039-C7730AC993D2}" srcOrd="0" destOrd="0" presId="urn:microsoft.com/office/officeart/2011/layout/HexagonRadial"/>
    <dgm:cxn modelId="{6BED9F9B-0CD9-4647-8CB4-61F7D1DFA8D7}" type="presParOf" srcId="{67D15FC6-E047-48C3-847F-243D66AC66A9}" destId="{D57699A4-5871-457E-B5AC-85BE314A9854}" srcOrd="8" destOrd="0" presId="urn:microsoft.com/office/officeart/2011/layout/HexagonRadial"/>
    <dgm:cxn modelId="{35341C55-6CF0-48FF-8A00-6ED472B85D98}" type="presParOf" srcId="{67D15FC6-E047-48C3-847F-243D66AC66A9}" destId="{5A3A4720-2C82-4FE8-8A1B-0239B901DA21}" srcOrd="9" destOrd="0" presId="urn:microsoft.com/office/officeart/2011/layout/HexagonRadial"/>
    <dgm:cxn modelId="{342F0B4D-CB23-4C8F-9E52-BA9CDAE31D1E}" type="presParOf" srcId="{5A3A4720-2C82-4FE8-8A1B-0239B901DA21}" destId="{6A5105C0-DF27-4B27-8885-6430EAC6309F}" srcOrd="0" destOrd="0" presId="urn:microsoft.com/office/officeart/2011/layout/HexagonRadial"/>
    <dgm:cxn modelId="{A560CD4C-6750-4686-AB68-EA322E49E259}" type="presParOf" srcId="{67D15FC6-E047-48C3-847F-243D66AC66A9}" destId="{EDC1BEF1-AC06-4D76-AA94-62F6EB75537B}" srcOrd="10" destOrd="0" presId="urn:microsoft.com/office/officeart/2011/layout/HexagonRadial"/>
    <dgm:cxn modelId="{4E44BC01-AF6B-458D-BD3F-1F9FEAAA8242}" type="presParOf" srcId="{67D15FC6-E047-48C3-847F-243D66AC66A9}" destId="{0D077B03-4238-4515-BAC2-1FD4B5D76EA1}" srcOrd="11" destOrd="0" presId="urn:microsoft.com/office/officeart/2011/layout/HexagonRadial"/>
    <dgm:cxn modelId="{5CAFD3F7-9D6D-4DDD-95F3-1B3C7EE1D321}" type="presParOf" srcId="{0D077B03-4238-4515-BAC2-1FD4B5D76EA1}" destId="{49B31C55-29E4-4F65-B048-7407A37441AB}" srcOrd="0" destOrd="0" presId="urn:microsoft.com/office/officeart/2011/layout/HexagonRadial"/>
    <dgm:cxn modelId="{71C6330F-7900-413B-8F3E-4C852976D96E}" type="presParOf" srcId="{67D15FC6-E047-48C3-847F-243D66AC66A9}" destId="{C5A425D9-4151-4A77-AD71-BFDEBC1E8358}" srcOrd="12" destOrd="0" presId="urn:microsoft.com/office/officeart/2011/layout/HexagonRadial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C82EFBF-7107-494A-8AAB-7C60D9A18C52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F06DD9-2FFF-4343-814C-B31E3889ACCB}">
      <dgm:prSet phldrT="[Text]" phldr="0"/>
      <dgm:spPr/>
      <dgm:t>
        <a:bodyPr/>
        <a:lstStyle/>
        <a:p>
          <a:r>
            <a:rPr lang="en-US" dirty="0"/>
            <a:t>Data</a:t>
          </a:r>
        </a:p>
      </dgm:t>
    </dgm:pt>
    <dgm:pt modelId="{3D5B19E5-87A6-4D3B-9B61-5918DF25FDF0}" type="parTrans" cxnId="{B1D4D4C1-723D-4F84-B522-078EBCE805CC}">
      <dgm:prSet/>
      <dgm:spPr/>
      <dgm:t>
        <a:bodyPr/>
        <a:lstStyle/>
        <a:p>
          <a:endParaRPr lang="en-US"/>
        </a:p>
      </dgm:t>
    </dgm:pt>
    <dgm:pt modelId="{D670B910-3613-4ABD-B4EF-F8302081AD61}" type="sibTrans" cxnId="{B1D4D4C1-723D-4F84-B522-078EBCE805CC}">
      <dgm:prSet/>
      <dgm:spPr/>
      <dgm:t>
        <a:bodyPr/>
        <a:lstStyle/>
        <a:p>
          <a:endParaRPr lang="en-US"/>
        </a:p>
      </dgm:t>
    </dgm:pt>
    <dgm:pt modelId="{97EF6E1C-BA7C-4636-98C5-BAF25E72A9EA}">
      <dgm:prSet phldrT="[Text]" phldr="0"/>
      <dgm:spPr/>
      <dgm:t>
        <a:bodyPr/>
        <a:lstStyle/>
        <a:p>
          <a:r>
            <a:rPr lang="en-US" dirty="0"/>
            <a:t>model</a:t>
          </a:r>
        </a:p>
      </dgm:t>
    </dgm:pt>
    <dgm:pt modelId="{CC6E4465-715C-44B9-8F5A-A614F0AF83EB}" type="parTrans" cxnId="{C83ED522-35C7-4177-8D72-358078CACD54}">
      <dgm:prSet/>
      <dgm:spPr/>
      <dgm:t>
        <a:bodyPr/>
        <a:lstStyle/>
        <a:p>
          <a:endParaRPr lang="en-US"/>
        </a:p>
      </dgm:t>
    </dgm:pt>
    <dgm:pt modelId="{9AE711F1-83FF-473B-9D0A-AB57E372EB08}" type="sibTrans" cxnId="{C83ED522-35C7-4177-8D72-358078CACD54}">
      <dgm:prSet/>
      <dgm:spPr/>
      <dgm:t>
        <a:bodyPr/>
        <a:lstStyle/>
        <a:p>
          <a:endParaRPr lang="en-US"/>
        </a:p>
      </dgm:t>
    </dgm:pt>
    <dgm:pt modelId="{5A9BC8F0-D7E0-407D-82A5-3EE52FE05DF5}">
      <dgm:prSet phldrT="[Text]" phldr="0"/>
      <dgm:spPr/>
      <dgm:t>
        <a:bodyPr/>
        <a:lstStyle/>
        <a:p>
          <a:r>
            <a:rPr lang="en-US" dirty="0"/>
            <a:t>output</a:t>
          </a:r>
        </a:p>
      </dgm:t>
    </dgm:pt>
    <dgm:pt modelId="{B5075FD9-CDA1-4398-AB61-C112EF4FC073}" type="parTrans" cxnId="{32D180CA-215D-4D8E-BC5A-ECBB7F3838EE}">
      <dgm:prSet/>
      <dgm:spPr/>
      <dgm:t>
        <a:bodyPr/>
        <a:lstStyle/>
        <a:p>
          <a:endParaRPr lang="en-US"/>
        </a:p>
      </dgm:t>
    </dgm:pt>
    <dgm:pt modelId="{D954C522-4F7C-4CC3-8C16-5B8309720BC8}" type="sibTrans" cxnId="{32D180CA-215D-4D8E-BC5A-ECBB7F3838EE}">
      <dgm:prSet/>
      <dgm:spPr/>
      <dgm:t>
        <a:bodyPr/>
        <a:lstStyle/>
        <a:p>
          <a:endParaRPr lang="en-US"/>
        </a:p>
      </dgm:t>
    </dgm:pt>
    <dgm:pt modelId="{544E611A-A92D-47AE-8209-1291FA008FC7}">
      <dgm:prSet phldrT="[Text]" phldr="0"/>
      <dgm:spPr/>
      <dgm:t>
        <a:bodyPr/>
        <a:lstStyle/>
        <a:p>
          <a:r>
            <a:rPr lang="en-US"/>
            <a:t>Data Prep</a:t>
          </a:r>
          <a:endParaRPr lang="en-US" dirty="0"/>
        </a:p>
      </dgm:t>
    </dgm:pt>
    <dgm:pt modelId="{257DBADF-88C0-492E-A62A-4A73B487F3F0}" type="parTrans" cxnId="{437ACB81-26B8-4C36-928C-DE8051A9AA85}">
      <dgm:prSet/>
      <dgm:spPr/>
      <dgm:t>
        <a:bodyPr/>
        <a:lstStyle/>
        <a:p>
          <a:endParaRPr lang="en-US"/>
        </a:p>
      </dgm:t>
    </dgm:pt>
    <dgm:pt modelId="{581760DF-0F87-43C8-AF78-7383A1D234FB}" type="sibTrans" cxnId="{437ACB81-26B8-4C36-928C-DE8051A9AA85}">
      <dgm:prSet/>
      <dgm:spPr/>
      <dgm:t>
        <a:bodyPr/>
        <a:lstStyle/>
        <a:p>
          <a:endParaRPr lang="en-US"/>
        </a:p>
      </dgm:t>
    </dgm:pt>
    <dgm:pt modelId="{7047978F-7B94-453E-9392-49241B4E3952}" type="pres">
      <dgm:prSet presAssocID="{CC82EFBF-7107-494A-8AAB-7C60D9A18C52}" presName="CompostProcess" presStyleCnt="0">
        <dgm:presLayoutVars>
          <dgm:dir/>
          <dgm:resizeHandles val="exact"/>
        </dgm:presLayoutVars>
      </dgm:prSet>
      <dgm:spPr/>
    </dgm:pt>
    <dgm:pt modelId="{E8E2B53E-EF74-4B45-95E3-9B5C82B1340C}" type="pres">
      <dgm:prSet presAssocID="{CC82EFBF-7107-494A-8AAB-7C60D9A18C52}" presName="arrow" presStyleLbl="bgShp" presStyleIdx="0" presStyleCnt="1"/>
      <dgm:spPr/>
    </dgm:pt>
    <dgm:pt modelId="{A97DD83C-6A98-4091-B61C-9812DDC6BF82}" type="pres">
      <dgm:prSet presAssocID="{CC82EFBF-7107-494A-8AAB-7C60D9A18C52}" presName="linearProcess" presStyleCnt="0"/>
      <dgm:spPr/>
    </dgm:pt>
    <dgm:pt modelId="{B5819A44-3F39-4942-91AB-6CD9827FCCA5}" type="pres">
      <dgm:prSet presAssocID="{D5F06DD9-2FFF-4343-814C-B31E3889ACCB}" presName="textNode" presStyleLbl="node1" presStyleIdx="0" presStyleCnt="4">
        <dgm:presLayoutVars>
          <dgm:bulletEnabled val="1"/>
        </dgm:presLayoutVars>
      </dgm:prSet>
      <dgm:spPr/>
    </dgm:pt>
    <dgm:pt modelId="{13E00F69-C04D-459C-9C6D-52BAA6ABF799}" type="pres">
      <dgm:prSet presAssocID="{D670B910-3613-4ABD-B4EF-F8302081AD61}" presName="sibTrans" presStyleCnt="0"/>
      <dgm:spPr/>
    </dgm:pt>
    <dgm:pt modelId="{02C6F657-DC22-4874-B839-ED01F19A363A}" type="pres">
      <dgm:prSet presAssocID="{544E611A-A92D-47AE-8209-1291FA008FC7}" presName="textNode" presStyleLbl="node1" presStyleIdx="1" presStyleCnt="4">
        <dgm:presLayoutVars>
          <dgm:bulletEnabled val="1"/>
        </dgm:presLayoutVars>
      </dgm:prSet>
      <dgm:spPr/>
    </dgm:pt>
    <dgm:pt modelId="{8A421316-76C1-42B6-99E9-1E657EFF2B4A}" type="pres">
      <dgm:prSet presAssocID="{581760DF-0F87-43C8-AF78-7383A1D234FB}" presName="sibTrans" presStyleCnt="0"/>
      <dgm:spPr/>
    </dgm:pt>
    <dgm:pt modelId="{C00E62EC-C631-4907-A6A9-ACFBFA247E6A}" type="pres">
      <dgm:prSet presAssocID="{97EF6E1C-BA7C-4636-98C5-BAF25E72A9EA}" presName="textNode" presStyleLbl="node1" presStyleIdx="2" presStyleCnt="4">
        <dgm:presLayoutVars>
          <dgm:bulletEnabled val="1"/>
        </dgm:presLayoutVars>
      </dgm:prSet>
      <dgm:spPr/>
    </dgm:pt>
    <dgm:pt modelId="{990CDBD4-F756-4EED-8B52-90FCFB437DE4}" type="pres">
      <dgm:prSet presAssocID="{9AE711F1-83FF-473B-9D0A-AB57E372EB08}" presName="sibTrans" presStyleCnt="0"/>
      <dgm:spPr/>
    </dgm:pt>
    <dgm:pt modelId="{2B39B381-C3F6-40EF-9153-96AC0478B650}" type="pres">
      <dgm:prSet presAssocID="{5A9BC8F0-D7E0-407D-82A5-3EE52FE05DF5}" presName="textNode" presStyleLbl="node1" presStyleIdx="3" presStyleCnt="4">
        <dgm:presLayoutVars>
          <dgm:bulletEnabled val="1"/>
        </dgm:presLayoutVars>
      </dgm:prSet>
      <dgm:spPr/>
    </dgm:pt>
  </dgm:ptLst>
  <dgm:cxnLst>
    <dgm:cxn modelId="{C83ED522-35C7-4177-8D72-358078CACD54}" srcId="{CC82EFBF-7107-494A-8AAB-7C60D9A18C52}" destId="{97EF6E1C-BA7C-4636-98C5-BAF25E72A9EA}" srcOrd="2" destOrd="0" parTransId="{CC6E4465-715C-44B9-8F5A-A614F0AF83EB}" sibTransId="{9AE711F1-83FF-473B-9D0A-AB57E372EB08}"/>
    <dgm:cxn modelId="{A12B8D56-7091-4E96-B4DA-9B12CBF3D848}" type="presOf" srcId="{544E611A-A92D-47AE-8209-1291FA008FC7}" destId="{02C6F657-DC22-4874-B839-ED01F19A363A}" srcOrd="0" destOrd="0" presId="urn:microsoft.com/office/officeart/2005/8/layout/hProcess9"/>
    <dgm:cxn modelId="{8BE6B87B-BB74-499A-AA04-C383BD12B3AC}" type="presOf" srcId="{D5F06DD9-2FFF-4343-814C-B31E3889ACCB}" destId="{B5819A44-3F39-4942-91AB-6CD9827FCCA5}" srcOrd="0" destOrd="0" presId="urn:microsoft.com/office/officeart/2005/8/layout/hProcess9"/>
    <dgm:cxn modelId="{437ACB81-26B8-4C36-928C-DE8051A9AA85}" srcId="{CC82EFBF-7107-494A-8AAB-7C60D9A18C52}" destId="{544E611A-A92D-47AE-8209-1291FA008FC7}" srcOrd="1" destOrd="0" parTransId="{257DBADF-88C0-492E-A62A-4A73B487F3F0}" sibTransId="{581760DF-0F87-43C8-AF78-7383A1D234FB}"/>
    <dgm:cxn modelId="{F2F10E88-2076-4B33-A6FD-7D9F58D19910}" type="presOf" srcId="{97EF6E1C-BA7C-4636-98C5-BAF25E72A9EA}" destId="{C00E62EC-C631-4907-A6A9-ACFBFA247E6A}" srcOrd="0" destOrd="0" presId="urn:microsoft.com/office/officeart/2005/8/layout/hProcess9"/>
    <dgm:cxn modelId="{F8063FC1-6BD8-4162-8CB9-8D3139B06914}" type="presOf" srcId="{CC82EFBF-7107-494A-8AAB-7C60D9A18C52}" destId="{7047978F-7B94-453E-9392-49241B4E3952}" srcOrd="0" destOrd="0" presId="urn:microsoft.com/office/officeart/2005/8/layout/hProcess9"/>
    <dgm:cxn modelId="{B1D4D4C1-723D-4F84-B522-078EBCE805CC}" srcId="{CC82EFBF-7107-494A-8AAB-7C60D9A18C52}" destId="{D5F06DD9-2FFF-4343-814C-B31E3889ACCB}" srcOrd="0" destOrd="0" parTransId="{3D5B19E5-87A6-4D3B-9B61-5918DF25FDF0}" sibTransId="{D670B910-3613-4ABD-B4EF-F8302081AD61}"/>
    <dgm:cxn modelId="{32D180CA-215D-4D8E-BC5A-ECBB7F3838EE}" srcId="{CC82EFBF-7107-494A-8AAB-7C60D9A18C52}" destId="{5A9BC8F0-D7E0-407D-82A5-3EE52FE05DF5}" srcOrd="3" destOrd="0" parTransId="{B5075FD9-CDA1-4398-AB61-C112EF4FC073}" sibTransId="{D954C522-4F7C-4CC3-8C16-5B8309720BC8}"/>
    <dgm:cxn modelId="{DFB6F8FE-B388-4003-A03F-230FB289B3D0}" type="presOf" srcId="{5A9BC8F0-D7E0-407D-82A5-3EE52FE05DF5}" destId="{2B39B381-C3F6-40EF-9153-96AC0478B650}" srcOrd="0" destOrd="0" presId="urn:microsoft.com/office/officeart/2005/8/layout/hProcess9"/>
    <dgm:cxn modelId="{A8BE6ECB-571B-444C-9AED-028DA600BB12}" type="presParOf" srcId="{7047978F-7B94-453E-9392-49241B4E3952}" destId="{E8E2B53E-EF74-4B45-95E3-9B5C82B1340C}" srcOrd="0" destOrd="0" presId="urn:microsoft.com/office/officeart/2005/8/layout/hProcess9"/>
    <dgm:cxn modelId="{FF50508F-C8D3-41DC-B2DA-A7CB897F377C}" type="presParOf" srcId="{7047978F-7B94-453E-9392-49241B4E3952}" destId="{A97DD83C-6A98-4091-B61C-9812DDC6BF82}" srcOrd="1" destOrd="0" presId="urn:microsoft.com/office/officeart/2005/8/layout/hProcess9"/>
    <dgm:cxn modelId="{E5C7D865-914A-43F9-A8E5-5D6486FF9CC7}" type="presParOf" srcId="{A97DD83C-6A98-4091-B61C-9812DDC6BF82}" destId="{B5819A44-3F39-4942-91AB-6CD9827FCCA5}" srcOrd="0" destOrd="0" presId="urn:microsoft.com/office/officeart/2005/8/layout/hProcess9"/>
    <dgm:cxn modelId="{F0ECEBC4-E961-4C18-9E84-E14A33C433CD}" type="presParOf" srcId="{A97DD83C-6A98-4091-B61C-9812DDC6BF82}" destId="{13E00F69-C04D-459C-9C6D-52BAA6ABF799}" srcOrd="1" destOrd="0" presId="urn:microsoft.com/office/officeart/2005/8/layout/hProcess9"/>
    <dgm:cxn modelId="{5168CB5F-752A-4896-A6CC-0217EAC4E0A5}" type="presParOf" srcId="{A97DD83C-6A98-4091-B61C-9812DDC6BF82}" destId="{02C6F657-DC22-4874-B839-ED01F19A363A}" srcOrd="2" destOrd="0" presId="urn:microsoft.com/office/officeart/2005/8/layout/hProcess9"/>
    <dgm:cxn modelId="{0A24029F-0FBA-4B53-81C3-8E968BE3D3DE}" type="presParOf" srcId="{A97DD83C-6A98-4091-B61C-9812DDC6BF82}" destId="{8A421316-76C1-42B6-99E9-1E657EFF2B4A}" srcOrd="3" destOrd="0" presId="urn:microsoft.com/office/officeart/2005/8/layout/hProcess9"/>
    <dgm:cxn modelId="{2E504A25-CAB0-4E1D-9DC9-10476FD2A1EB}" type="presParOf" srcId="{A97DD83C-6A98-4091-B61C-9812DDC6BF82}" destId="{C00E62EC-C631-4907-A6A9-ACFBFA247E6A}" srcOrd="4" destOrd="0" presId="urn:microsoft.com/office/officeart/2005/8/layout/hProcess9"/>
    <dgm:cxn modelId="{293D8225-2230-46AA-9AD0-D4BDB887B88F}" type="presParOf" srcId="{A97DD83C-6A98-4091-B61C-9812DDC6BF82}" destId="{990CDBD4-F756-4EED-8B52-90FCFB437DE4}" srcOrd="5" destOrd="0" presId="urn:microsoft.com/office/officeart/2005/8/layout/hProcess9"/>
    <dgm:cxn modelId="{E17C0112-6E1D-4442-982B-6F457DF83C11}" type="presParOf" srcId="{A97DD83C-6A98-4091-B61C-9812DDC6BF82}" destId="{2B39B381-C3F6-40EF-9153-96AC0478B650}" srcOrd="6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1D19A2F-77BC-4938-9885-093F435A8A47}">
      <dsp:nvSpPr>
        <dsp:cNvPr id="0" name=""/>
        <dsp:cNvSpPr/>
      </dsp:nvSpPr>
      <dsp:spPr>
        <a:xfrm>
          <a:off x="2157913" y="1476707"/>
          <a:ext cx="1876959" cy="1623646"/>
        </a:xfrm>
        <a:prstGeom prst="hexagon">
          <a:avLst>
            <a:gd name="adj" fmla="val 2857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Cloud migration</a:t>
          </a:r>
        </a:p>
      </dsp:txBody>
      <dsp:txXfrm>
        <a:off x="2468951" y="1745768"/>
        <a:ext cx="1254883" cy="1085524"/>
      </dsp:txXfrm>
    </dsp:sp>
    <dsp:sp modelId="{16108406-D824-48AA-986F-F20B13B82A81}">
      <dsp:nvSpPr>
        <dsp:cNvPr id="0" name=""/>
        <dsp:cNvSpPr/>
      </dsp:nvSpPr>
      <dsp:spPr>
        <a:xfrm>
          <a:off x="3333251" y="699902"/>
          <a:ext cx="708171" cy="610183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CB0AA78-D63F-4F3A-AFA6-EAE5E0314406}">
      <dsp:nvSpPr>
        <dsp:cNvPr id="0" name=""/>
        <dsp:cNvSpPr/>
      </dsp:nvSpPr>
      <dsp:spPr>
        <a:xfrm>
          <a:off x="2330808" y="0"/>
          <a:ext cx="1538155" cy="1330685"/>
        </a:xfrm>
        <a:prstGeom prst="hexagon">
          <a:avLst>
            <a:gd name="adj" fmla="val 28570"/>
            <a:gd name="vf" fmla="val 115470"/>
          </a:avLst>
        </a:prstGeom>
        <a:solidFill>
          <a:schemeClr val="accent2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Time to customer value</a:t>
          </a:r>
        </a:p>
      </dsp:txBody>
      <dsp:txXfrm>
        <a:off x="2585713" y="220523"/>
        <a:ext cx="1028345" cy="889639"/>
      </dsp:txXfrm>
    </dsp:sp>
    <dsp:sp modelId="{322F9847-0308-445A-A02E-9697140899BE}">
      <dsp:nvSpPr>
        <dsp:cNvPr id="0" name=""/>
        <dsp:cNvSpPr/>
      </dsp:nvSpPr>
      <dsp:spPr>
        <a:xfrm>
          <a:off x="4159742" y="1840620"/>
          <a:ext cx="708171" cy="610183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699140C-2F89-460C-BE44-85A64DE59F52}">
      <dsp:nvSpPr>
        <dsp:cNvPr id="0" name=""/>
        <dsp:cNvSpPr/>
      </dsp:nvSpPr>
      <dsp:spPr>
        <a:xfrm>
          <a:off x="3741475" y="818460"/>
          <a:ext cx="1538155" cy="1330685"/>
        </a:xfrm>
        <a:prstGeom prst="hexagon">
          <a:avLst>
            <a:gd name="adj" fmla="val 28570"/>
            <a:gd name="vf" fmla="val 115470"/>
          </a:avLst>
        </a:prstGeom>
        <a:solidFill>
          <a:schemeClr val="accent3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Organize for effectiveness</a:t>
          </a:r>
        </a:p>
      </dsp:txBody>
      <dsp:txXfrm>
        <a:off x="3996380" y="1038983"/>
        <a:ext cx="1028345" cy="889639"/>
      </dsp:txXfrm>
    </dsp:sp>
    <dsp:sp modelId="{76DF7524-118F-4A3C-8039-C7730AC993D2}">
      <dsp:nvSpPr>
        <dsp:cNvPr id="0" name=""/>
        <dsp:cNvSpPr/>
      </dsp:nvSpPr>
      <dsp:spPr>
        <a:xfrm>
          <a:off x="3585608" y="3128277"/>
          <a:ext cx="708171" cy="610183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5AB8E64-BB27-433B-A701-D00D0ADFE0F2}">
      <dsp:nvSpPr>
        <dsp:cNvPr id="0" name=""/>
        <dsp:cNvSpPr/>
      </dsp:nvSpPr>
      <dsp:spPr>
        <a:xfrm>
          <a:off x="3741475" y="2427458"/>
          <a:ext cx="1538155" cy="1330685"/>
        </a:xfrm>
        <a:prstGeom prst="hexagon">
          <a:avLst>
            <a:gd name="adj" fmla="val 28570"/>
            <a:gd name="vf" fmla="val 115470"/>
          </a:avLst>
        </a:prstGeom>
        <a:solidFill>
          <a:srgbClr val="92D05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Digital stability</a:t>
          </a:r>
        </a:p>
      </dsp:txBody>
      <dsp:txXfrm>
        <a:off x="3996380" y="2647981"/>
        <a:ext cx="1028345" cy="889639"/>
      </dsp:txXfrm>
    </dsp:sp>
    <dsp:sp modelId="{6A5105C0-DF27-4B27-8885-6430EAC6309F}">
      <dsp:nvSpPr>
        <dsp:cNvPr id="0" name=""/>
        <dsp:cNvSpPr/>
      </dsp:nvSpPr>
      <dsp:spPr>
        <a:xfrm>
          <a:off x="2161406" y="3261940"/>
          <a:ext cx="708171" cy="610183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57699A4-5871-457E-B5AC-85BE314A9854}">
      <dsp:nvSpPr>
        <dsp:cNvPr id="0" name=""/>
        <dsp:cNvSpPr/>
      </dsp:nvSpPr>
      <dsp:spPr>
        <a:xfrm>
          <a:off x="2330808" y="3246834"/>
          <a:ext cx="1538155" cy="1330685"/>
        </a:xfrm>
        <a:prstGeom prst="hexagon">
          <a:avLst>
            <a:gd name="adj" fmla="val 28570"/>
            <a:gd name="vf" fmla="val 115470"/>
          </a:avLst>
        </a:prstGeom>
        <a:solidFill>
          <a:srgbClr val="00B0F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kern="1200" dirty="0"/>
            <a:t>Business Innovation at speed</a:t>
          </a:r>
          <a:endParaRPr lang="en-US" sz="1200" kern="1200" dirty="0"/>
        </a:p>
      </dsp:txBody>
      <dsp:txXfrm>
        <a:off x="2585713" y="3467357"/>
        <a:ext cx="1028345" cy="889639"/>
      </dsp:txXfrm>
    </dsp:sp>
    <dsp:sp modelId="{49B31C55-29E4-4F65-B048-7407A37441AB}">
      <dsp:nvSpPr>
        <dsp:cNvPr id="0" name=""/>
        <dsp:cNvSpPr/>
      </dsp:nvSpPr>
      <dsp:spPr>
        <a:xfrm>
          <a:off x="1321380" y="2121680"/>
          <a:ext cx="708171" cy="610183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DC1BEF1-AC06-4D76-AA94-62F6EB75537B}">
      <dsp:nvSpPr>
        <dsp:cNvPr id="0" name=""/>
        <dsp:cNvSpPr/>
      </dsp:nvSpPr>
      <dsp:spPr>
        <a:xfrm>
          <a:off x="913592" y="2428374"/>
          <a:ext cx="1538155" cy="1330685"/>
        </a:xfrm>
        <a:prstGeom prst="hexagon">
          <a:avLst>
            <a:gd name="adj" fmla="val 28570"/>
            <a:gd name="vf" fmla="val 115470"/>
          </a:avLst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Enable transformation</a:t>
          </a:r>
        </a:p>
      </dsp:txBody>
      <dsp:txXfrm>
        <a:off x="1168497" y="2648897"/>
        <a:ext cx="1028345" cy="889639"/>
      </dsp:txXfrm>
    </dsp:sp>
    <dsp:sp modelId="{C5A425D9-4151-4A77-AD71-BFDEBC1E8358}">
      <dsp:nvSpPr>
        <dsp:cNvPr id="0" name=""/>
        <dsp:cNvSpPr/>
      </dsp:nvSpPr>
      <dsp:spPr>
        <a:xfrm>
          <a:off x="913592" y="816629"/>
          <a:ext cx="1538155" cy="1330685"/>
        </a:xfrm>
        <a:prstGeom prst="hexagon">
          <a:avLst>
            <a:gd name="adj" fmla="val 28570"/>
            <a:gd name="vf" fmla="val 115470"/>
          </a:avLst>
        </a:prstGeom>
        <a:solidFill>
          <a:srgbClr val="FF000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Intelligent </a:t>
          </a:r>
          <a:r>
            <a:rPr lang="en-US" altLang="zh-CN" sz="1200" kern="1200" dirty="0"/>
            <a:t>automation</a:t>
          </a:r>
          <a:endParaRPr lang="en-US" sz="1200" kern="1200" dirty="0"/>
        </a:p>
      </dsp:txBody>
      <dsp:txXfrm>
        <a:off x="1168497" y="1037152"/>
        <a:ext cx="1028345" cy="88963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E2B53E-EF74-4B45-95E3-9B5C82B1340C}">
      <dsp:nvSpPr>
        <dsp:cNvPr id="0" name=""/>
        <dsp:cNvSpPr/>
      </dsp:nvSpPr>
      <dsp:spPr>
        <a:xfrm>
          <a:off x="887011" y="0"/>
          <a:ext cx="10052792" cy="1705033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819A44-3F39-4942-91AB-6CD9827FCCA5}">
      <dsp:nvSpPr>
        <dsp:cNvPr id="0" name=""/>
        <dsp:cNvSpPr/>
      </dsp:nvSpPr>
      <dsp:spPr>
        <a:xfrm>
          <a:off x="4042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Data</a:t>
          </a:r>
        </a:p>
      </dsp:txBody>
      <dsp:txXfrm>
        <a:off x="37335" y="544802"/>
        <a:ext cx="2559798" cy="615427"/>
      </dsp:txXfrm>
    </dsp:sp>
    <dsp:sp modelId="{02C6F657-DC22-4874-B839-ED01F19A363A}">
      <dsp:nvSpPr>
        <dsp:cNvPr id="0" name=""/>
        <dsp:cNvSpPr/>
      </dsp:nvSpPr>
      <dsp:spPr>
        <a:xfrm>
          <a:off x="3068157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Data Prep</a:t>
          </a:r>
          <a:endParaRPr lang="en-US" sz="2800" kern="1200" dirty="0"/>
        </a:p>
      </dsp:txBody>
      <dsp:txXfrm>
        <a:off x="3101450" y="544802"/>
        <a:ext cx="2559798" cy="615427"/>
      </dsp:txXfrm>
    </dsp:sp>
    <dsp:sp modelId="{C00E62EC-C631-4907-A6A9-ACFBFA247E6A}">
      <dsp:nvSpPr>
        <dsp:cNvPr id="0" name=""/>
        <dsp:cNvSpPr/>
      </dsp:nvSpPr>
      <dsp:spPr>
        <a:xfrm>
          <a:off x="6132272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model</a:t>
          </a:r>
        </a:p>
      </dsp:txBody>
      <dsp:txXfrm>
        <a:off x="6165565" y="544802"/>
        <a:ext cx="2559798" cy="615427"/>
      </dsp:txXfrm>
    </dsp:sp>
    <dsp:sp modelId="{2B39B381-C3F6-40EF-9153-96AC0478B650}">
      <dsp:nvSpPr>
        <dsp:cNvPr id="0" name=""/>
        <dsp:cNvSpPr/>
      </dsp:nvSpPr>
      <dsp:spPr>
        <a:xfrm>
          <a:off x="9196388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output</a:t>
          </a:r>
        </a:p>
      </dsp:txBody>
      <dsp:txXfrm>
        <a:off x="9229681" y="544802"/>
        <a:ext cx="2559798" cy="61542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1/layout/HexagonRadial">
  <dgm:title val="Hexagon Radial"/>
  <dgm:desc val="Use to show a sequential process that relates to a central idea or theme. Limited to six Level 2 shapes. Works best with small amounts of text. Unused text does not appear, but remains available if you switch layouts."/>
  <dgm:catLst>
    <dgm:cat type="cycle" pri="8500"/>
    <dgm:cat type="officeonline" pri="90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  <dgm:pt modelId="15">
          <dgm:prSet phldr="1"/>
        </dgm:pt>
        <dgm:pt modelId="16">
          <dgm:prSet phldr="1"/>
        </dgm:pt>
      </dgm:ptLst>
      <dgm:cxnLst>
        <dgm:cxn modelId="40" srcId="0" destId="10" srcOrd="0" destOrd="0"/>
        <dgm:cxn modelId="50" srcId="10" destId="11" srcOrd="0" destOrd="0"/>
        <dgm:cxn modelId="60" srcId="10" destId="12" srcOrd="0" destOrd="0"/>
        <dgm:cxn modelId="70" srcId="10" destId="13" srcOrd="0" destOrd="0"/>
        <dgm:cxn modelId="80" srcId="10" destId="14" srcOrd="0" destOrd="0"/>
        <dgm:cxn modelId="90" srcId="10" destId="15" srcOrd="0" destOrd="0"/>
        <dgm:cxn modelId="100" srcId="10" destId="16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40" srcId="0" destId="10" srcOrd="0" destOrd="0"/>
        <dgm:cxn modelId="50" srcId="10" destId="11" srcOrd="0" destOrd="0"/>
        <dgm:cxn modelId="60" srcId="10" destId="12" srcOrd="0" destOrd="0"/>
        <dgm:cxn modelId="70" srcId="10" destId="13" srcOrd="0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  <dgm:pt modelId="15">
          <dgm:prSet phldr="1"/>
        </dgm:pt>
        <dgm:pt modelId="16">
          <dgm:prSet phldr="1"/>
        </dgm:pt>
      </dgm:ptLst>
      <dgm:cxnLst>
        <dgm:cxn modelId="40" srcId="0" destId="10" srcOrd="0" destOrd="0"/>
        <dgm:cxn modelId="50" srcId="10" destId="11" srcOrd="0" destOrd="0"/>
        <dgm:cxn modelId="60" srcId="10" destId="12" srcOrd="0" destOrd="0"/>
        <dgm:cxn modelId="70" srcId="10" destId="13" srcOrd="0" destOrd="0"/>
        <dgm:cxn modelId="80" srcId="10" destId="14" srcOrd="0" destOrd="0"/>
        <dgm:cxn modelId="90" srcId="10" destId="15" srcOrd="0" destOrd="0"/>
        <dgm:cxn modelId="100" srcId="10" destId="16" srcOrd="0" destOrd="0"/>
      </dgm:cxnLst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st="1 1" cnt="1 0" func="cnt" op="equ" val="0">
            <dgm:alg type="composite">
              <dgm:param type="ar" val="1.1561"/>
            </dgm:alg>
            <dgm:constrLst>
              <dgm:constr type="primFontSz" for="des" forName="Parent" val="65"/>
              <dgm:constr type="l" for="ch" forName="Parent" refType="w" fact="0"/>
              <dgm:constr type="t" for="ch" forName="Parent" refType="h" fact="0"/>
              <dgm:constr type="w" for="ch" forName="Parent" refType="w"/>
              <dgm:constr type="h" for="ch" forName="Parent" refType="h"/>
            </dgm:constrLst>
          </dgm:if>
          <dgm:if name="Name5" axis="ch ch" ptType="node node" st="1 1" cnt="1 0" func="cnt" op="lte" val="1">
            <dgm:alg type="composite">
              <dgm:param type="ar" val="1.36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l" for="ch" forName="Accent1" refType="w" fact="0.1685"/>
              <dgm:constr type="t" for="ch" forName="Accent1" refType="h" fact="0.2946"/>
              <dgm:constr type="w" for="ch" forName="Accent1" refType="w" fact="0.462"/>
              <dgm:constr type="h" for="ch" forName="Accent1" refType="h" fact="0.5472"/>
              <dgm:constr type="l" for="ch" forName="Parent" refType="w" fact="0"/>
              <dgm:constr type="t" for="ch" forName="Parent" refType="h" fact="0.2885"/>
              <dgm:constr type="w" for="ch" forName="Parent" refType="w" fact="0.6013"/>
              <dgm:constr type="h" for="ch" forName="Parent" refType="h" fact="0.7115"/>
              <dgm:constr type="l" for="ch" forName="Child1" refType="w" fact="0.5073"/>
              <dgm:constr type="t" for="ch" forName="Child1" refType="h" fact="0"/>
              <dgm:constr type="w" for="ch" forName="Child1" refType="w" fact="0.4927"/>
              <dgm:constr type="h" for="ch" forName="Child1" refType="h" fact="0.5831"/>
            </dgm:constrLst>
          </dgm:if>
          <dgm:if name="Name6" axis="ch ch" ptType="node node" st="1 1" cnt="1 0" func="cnt" op="equ" val="2">
            <dgm:alg type="composite">
              <dgm:param type="ar" val="1.0619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2" refType="primFontSz" refFor="des" refForName="Child1" op="equ"/>
              <dgm:constr type="l" for="ch" forName="Accent2" refType="w" fact="0.6413"/>
              <dgm:constr type="t" for="ch" forName="Accent2" refType="h" fact="0.3477"/>
              <dgm:constr type="w" for="ch" forName="Accent2" refType="w" fact="0.2269"/>
              <dgm:constr type="h" for="ch" forName="Accent2" refType="h" fact="0.2076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Parent" refType="w" fact="0"/>
              <dgm:constr type="t" for="ch" forName="Parent" refType="h" fact="0.2239"/>
              <dgm:constr type="w" for="ch" forName="Parent" refType="w" fact="0.6013"/>
              <dgm:constr type="h" for="ch" forName="Parent" refType="h" fact="0.5523"/>
              <dgm:constr type="l" for="ch" forName="Child1" refType="w" fact="0.5073"/>
              <dgm:constr type="t" for="ch" forName="Child1" refType="h" fact="0"/>
              <dgm:constr type="w" for="ch" forName="Child1" refType="w" fact="0.4927"/>
              <dgm:constr type="h" for="ch" forName="Child1" refType="h" fact="0.4527"/>
              <dgm:constr type="l" for="ch" forName="Child2" refType="w" fact="0.5073"/>
              <dgm:constr type="t" for="ch" forName="Child2" refType="h" fact="0.5473"/>
              <dgm:constr type="w" for="ch" forName="Child2" refType="w" fact="0.4927"/>
              <dgm:constr type="h" for="ch" forName="Child2" refType="h" fact="0.4527"/>
            </dgm:constrLst>
          </dgm:if>
          <dgm:if name="Name7" axis="ch ch" ptType="node node" st="1 1" cnt="1 0" func="cnt" op="equ" val="3">
            <dgm:alg type="composite">
              <dgm:param type="ar" val="0.8305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3" refType="w" fact="0.4573"/>
              <dgm:constr type="t" for="ch" forName="Accent3" refType="h" fact="0.6145"/>
              <dgm:constr type="w" for="ch" forName="Accent3" refType="w" fact="0.2269"/>
              <dgm:constr type="h" for="ch" forName="Accent3" refType="h" fact="0.1623"/>
              <dgm:constr type="l" for="ch" forName="Accent2" refType="w" fact="0.6413"/>
              <dgm:constr type="t" for="ch" forName="Accent2" refType="h" fact="0.2719"/>
              <dgm:constr type="w" for="ch" forName="Accent2" refType="w" fact="0.2269"/>
              <dgm:constr type="h" for="ch" forName="Accent2" refType="h" fact="0.162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3" refType="w" fact="0.0554"/>
              <dgm:constr type="t" for="ch" forName="Child3" refType="h" fact="0.646"/>
              <dgm:constr type="w" for="ch" forName="Child3" refType="w" fact="0.4927"/>
              <dgm:constr type="h" for="ch" forName="Child3" refType="h" fact="0.354"/>
              <dgm:constr type="l" for="ch" forName="Parent" refType="w" fact="0"/>
              <dgm:constr type="t" for="ch" forName="Parent" refType="h" fact="0.1751"/>
              <dgm:constr type="w" for="ch" forName="Parent" refType="w" fact="0.6013"/>
              <dgm:constr type="h" for="ch" forName="Parent" refType="h" fact="0.4319"/>
              <dgm:constr type="l" for="ch" forName="Child1" refType="w" fact="0.5073"/>
              <dgm:constr type="t" for="ch" forName="Child1" refType="h" fact="0"/>
              <dgm:constr type="w" for="ch" forName="Child1" refType="w" fact="0.4927"/>
              <dgm:constr type="h" for="ch" forName="Child1" refType="h" fact="0.354"/>
              <dgm:constr type="l" for="ch" forName="Child2" refType="w" fact="0.5073"/>
              <dgm:constr type="t" for="ch" forName="Child2" refType="h" fact="0.428"/>
              <dgm:constr type="w" for="ch" forName="Child2" refType="w" fact="0.4927"/>
              <dgm:constr type="h" for="ch" forName="Child2" refType="h" fact="0.354"/>
            </dgm:constrLst>
          </dgm:if>
          <dgm:if name="Name8" axis="ch ch" ptType="node node" st="1 1" cnt="1 0" func="cnt" op="equ" val="4">
            <dgm:alg type="composite">
              <dgm:param type="ar" val="0.682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4" refType="w" fact="0.4573"/>
              <dgm:constr type="t" for="ch" forName="Accent4" refType="h" fact="0.6834"/>
              <dgm:constr type="w" for="ch" forName="Accent4" refType="w" fact="0.2269"/>
              <dgm:constr type="h" for="ch" forName="Accent4" refType="h" fact="0.1333"/>
              <dgm:constr type="l" for="ch" forName="Accent3" refType="w" fact="0.6413"/>
              <dgm:constr type="t" for="ch" forName="Accent3" refType="h" fact="0.4021"/>
              <dgm:constr type="w" for="ch" forName="Accent3" refType="w" fact="0.2269"/>
              <dgm:constr type="h" for="ch" forName="Accent3" refType="h" fact="0.1333"/>
              <dgm:constr type="l" for="ch" forName="Accent2" refType="w" fact="0.3765"/>
              <dgm:constr type="t" for="ch" forName="Accent2" refType="h" fact="0.1529"/>
              <dgm:constr type="w" for="ch" forName="Accent2" refType="w" fact="0.2269"/>
              <dgm:constr type="h" for="ch" forName="Accent2" refType="h" fact="0.133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4" refType="w" fact="0.0554"/>
              <dgm:constr type="t" for="ch" forName="Child4" refType="h" fact="0.7093"/>
              <dgm:constr type="w" for="ch" forName="Child4" refType="w" fact="0.4927"/>
              <dgm:constr type="h" for="ch" forName="Child4" refType="h" fact="0.2907"/>
              <dgm:constr type="l" for="ch" forName="Parent" refType="w" fact="0"/>
              <dgm:constr type="t" for="ch" forName="Parent" refType="h" fact="0.3226"/>
              <dgm:constr type="w" for="ch" forName="Parent" refType="w" fact="0.6013"/>
              <dgm:constr type="h" for="ch" forName="Parent" refType="h" fact="0.3547"/>
              <dgm:constr type="l" for="ch" forName="Child2" refType="w" fact="0.5073"/>
              <dgm:constr type="t" for="ch" forName="Child2" refType="h" fact="0.1788"/>
              <dgm:constr type="w" for="ch" forName="Child2" refType="w" fact="0.4927"/>
              <dgm:constr type="h" for="ch" forName="Child2" refType="h" fact="0.2907"/>
              <dgm:constr type="l" for="ch" forName="Child3" refType="w" fact="0.5073"/>
              <dgm:constr type="t" for="ch" forName="Child3" refType="h" fact="0.5303"/>
              <dgm:constr type="w" for="ch" forName="Child3" refType="w" fact="0.4927"/>
              <dgm:constr type="h" for="ch" forName="Child3" refType="h" fact="0.2907"/>
              <dgm:constr type="l" for="ch" forName="Child1" refType="w" fact="0.0554"/>
              <dgm:constr type="t" for="ch" forName="Child1" refType="h" fact="0"/>
              <dgm:constr type="w" for="ch" forName="Child1" refType="w" fact="0.4927"/>
              <dgm:constr type="h" for="ch" forName="Child1" refType="h" fact="0.2907"/>
            </dgm:constrLst>
          </dgm:if>
          <dgm:if name="Name9" axis="ch ch" ptType="node node" st="1 1" cnt="1 0" func="cnt" op="equ" val="5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5" refType="w" fact="0.2858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l" for="ch" forName="Accent4" refType="w" fact="0.612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l" for="ch" forName="Accent3" refType="w" fact="0.743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l" for="ch" forName="Accent2" refType="w" fact="0.5542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4" refType="w" fact="0.3246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l" for="ch" forName="Parent" refType="w" fact="0.28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l" for="ch" forName="Child2" refType="w" fact="0.6477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l" for="ch" forName="Child3" refType="w" fact="0.6477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l" for="ch" forName="Child5" refType="w" fact="0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l" for="ch" forName="Child1" refType="w" fact="0.3246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if>
          <dgm:else name="Name10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6" refType="primFontSz" refFor="des" refForName="Parent" op="lte"/>
              <dgm:constr type="primFontSz" for="des" forName="Child7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ptType="node" op="equ" val="65"/>
              <dgm:constr type="l" for="ch" forName="Accent6" refType="w" fact="0.0934"/>
              <dgm:constr type="t" for="ch" forName="Accent6" refType="h" fact="0.4635"/>
              <dgm:constr type="w" for="ch" forName="Accent6" refType="w" fact="0.1622"/>
              <dgm:constr type="h" for="ch" forName="Accent6" refType="h" fact="0.1333"/>
              <dgm:constr type="l" for="ch" forName="Accent5" refType="w" fact="0.2858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l" for="ch" forName="Accent4" refType="w" fact="0.612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l" for="ch" forName="Accent3" refType="w" fact="0.743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l" for="ch" forName="Accent2" refType="w" fact="0.5542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4" refType="w" fact="0.3246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l" for="ch" forName="Parent" refType="w" fact="0.28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l" for="ch" forName="Child2" refType="w" fact="0.6477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l" for="ch" forName="Child3" refType="w" fact="0.6477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l" for="ch" forName="Child5" refType="w" fact="0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l" for="ch" forName="Child6" refType="w" fact="0"/>
              <dgm:constr type="t" for="ch" forName="Child6" refType="h" fact="0.1784"/>
              <dgm:constr type="w" for="ch" forName="Child6" refType="w" fact="0.3523"/>
              <dgm:constr type="h" for="ch" forName="Child6" refType="h" fact="0.2907"/>
              <dgm:constr type="l" for="ch" forName="Child1" refType="w" fact="0.3246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else>
        </dgm:choose>
      </dgm:if>
      <dgm:else name="Name11">
        <dgm:choose name="Name12">
          <dgm:if name="Name13" axis="ch ch" ptType="node node" st="1 1" cnt="1 0" func="cnt" op="equ" val="0">
            <dgm:alg type="composite">
              <dgm:param type="ar" val="1.1561"/>
            </dgm:alg>
            <dgm:constrLst>
              <dgm:constr type="primFontSz" for="des" forName="Parent" val="65"/>
              <dgm:constr type="l" for="ch" forName="Parent" refType="w" fact="0"/>
              <dgm:constr type="t" for="ch" forName="Parent" refType="h" fact="0"/>
              <dgm:constr type="w" for="ch" forName="Parent" refType="w"/>
              <dgm:constr type="h" for="ch" forName="Parent" refType="h"/>
            </dgm:constrLst>
          </dgm:if>
          <dgm:if name="Name14" axis="ch ch" ptType="node node" st="1 1" cnt="1 0" func="cnt" op="lte" val="1">
            <dgm:alg type="composite">
              <dgm:param type="ar" val="1.36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r" for="ch" forName="Accent1" refType="w" fact="0.8315"/>
              <dgm:constr type="t" for="ch" forName="Accent1" refType="h" fact="0.2946"/>
              <dgm:constr type="w" for="ch" forName="Accent1" refType="w" fact="0.462"/>
              <dgm:constr type="h" for="ch" forName="Accent1" refType="h" fact="0.5472"/>
              <dgm:constr type="r" for="ch" forName="Parent" refType="w"/>
              <dgm:constr type="t" for="ch" forName="Parent" refType="h" fact="0.2885"/>
              <dgm:constr type="w" for="ch" forName="Parent" refType="w" fact="0.6013"/>
              <dgm:constr type="h" for="ch" forName="Parent" refType="h" fact="0.7115"/>
              <dgm:constr type="r" for="ch" forName="Child1" refType="w" fact="0.4927"/>
              <dgm:constr type="t" for="ch" forName="Child1" refType="h" fact="0"/>
              <dgm:constr type="w" for="ch" forName="Child1" refType="w" fact="0.4927"/>
              <dgm:constr type="h" for="ch" forName="Child1" refType="h" fact="0.5831"/>
            </dgm:constrLst>
          </dgm:if>
          <dgm:if name="Name15" axis="ch ch" ptType="node node" st="1 1" cnt="1 0" func="cnt" op="equ" val="2">
            <dgm:alg type="composite">
              <dgm:param type="ar" val="1.0619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2" refType="primFontSz" refFor="des" refForName="Child1" op="equ"/>
              <dgm:constr type="r" for="ch" forName="Accent2" refType="w" fact="0.3587"/>
              <dgm:constr type="t" for="ch" forName="Accent2" refType="h" fact="0.3477"/>
              <dgm:constr type="w" for="ch" forName="Accent2" refType="w" fact="0.2269"/>
              <dgm:constr type="h" for="ch" forName="Accent2" refType="h" fact="0.2076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Parent" refType="w"/>
              <dgm:constr type="t" for="ch" forName="Parent" refType="h" fact="0.2239"/>
              <dgm:constr type="w" for="ch" forName="Parent" refType="w" fact="0.6013"/>
              <dgm:constr type="h" for="ch" forName="Parent" refType="h" fact="0.5523"/>
              <dgm:constr type="r" for="ch" forName="Child1" refType="w" fact="0.4927"/>
              <dgm:constr type="t" for="ch" forName="Child1" refType="h" fact="0"/>
              <dgm:constr type="w" for="ch" forName="Child1" refType="w" fact="0.4927"/>
              <dgm:constr type="h" for="ch" forName="Child1" refType="h" fact="0.4527"/>
              <dgm:constr type="r" for="ch" forName="Child2" refType="w" fact="0.5073"/>
              <dgm:constr type="t" for="ch" forName="Child2" refType="h" fact="0.5473"/>
              <dgm:constr type="w" for="ch" forName="Child2" refType="w" fact="0.4927"/>
              <dgm:constr type="h" for="ch" forName="Child2" refType="h" fact="0.4527"/>
            </dgm:constrLst>
          </dgm:if>
          <dgm:if name="Name16" axis="ch ch" ptType="node node" st="1 1" cnt="1 0" func="cnt" op="equ" val="3">
            <dgm:alg type="composite">
              <dgm:param type="ar" val="0.8305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Accent3" refType="w" fact="0.5427"/>
              <dgm:constr type="t" for="ch" forName="Accent3" refType="h" fact="0.6145"/>
              <dgm:constr type="w" for="ch" forName="Accent3" refType="w" fact="0.2269"/>
              <dgm:constr type="h" for="ch" forName="Accent3" refType="h" fact="0.1623"/>
              <dgm:constr type="r" for="ch" forName="Accent2" refType="w" fact="0.3587"/>
              <dgm:constr type="t" for="ch" forName="Accent2" refType="h" fact="0.2719"/>
              <dgm:constr type="w" for="ch" forName="Accent2" refType="w" fact="0.2269"/>
              <dgm:constr type="h" for="ch" forName="Accent2" refType="h" fact="0.162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3" refType="w" fact="0.9446"/>
              <dgm:constr type="t" for="ch" forName="Child3" refType="h" fact="0.646"/>
              <dgm:constr type="w" for="ch" forName="Child3" refType="w" fact="0.4927"/>
              <dgm:constr type="h" for="ch" forName="Child3" refType="h" fact="0.354"/>
              <dgm:constr type="r" for="ch" forName="Parent" refType="w"/>
              <dgm:constr type="t" for="ch" forName="Parent" refType="h" fact="0.1751"/>
              <dgm:constr type="w" for="ch" forName="Parent" refType="w" fact="0.6013"/>
              <dgm:constr type="h" for="ch" forName="Parent" refType="h" fact="0.4319"/>
              <dgm:constr type="r" for="ch" forName="Child1" refType="w" fact="0.4927"/>
              <dgm:constr type="t" for="ch" forName="Child1" refType="h" fact="0"/>
              <dgm:constr type="w" for="ch" forName="Child1" refType="w" fact="0.4927"/>
              <dgm:constr type="h" for="ch" forName="Child1" refType="h" fact="0.354"/>
              <dgm:constr type="r" for="ch" forName="Child2" refType="w" fact="0.4927"/>
              <dgm:constr type="t" for="ch" forName="Child2" refType="h" fact="0.428"/>
              <dgm:constr type="w" for="ch" forName="Child2" refType="w" fact="0.4927"/>
              <dgm:constr type="h" for="ch" forName="Child2" refType="h" fact="0.354"/>
            </dgm:constrLst>
          </dgm:if>
          <dgm:if name="Name17" axis="ch ch" ptType="node node" st="1 1" cnt="1 0" func="cnt" op="equ" val="4">
            <dgm:alg type="composite">
              <dgm:param type="ar" val="0.682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Accent4" refType="w" fact="0.5427"/>
              <dgm:constr type="t" for="ch" forName="Accent4" refType="h" fact="0.6834"/>
              <dgm:constr type="w" for="ch" forName="Accent4" refType="w" fact="0.2269"/>
              <dgm:constr type="h" for="ch" forName="Accent4" refType="h" fact="0.1333"/>
              <dgm:constr type="r" for="ch" forName="Accent3" refType="w" fact="0.3587"/>
              <dgm:constr type="t" for="ch" forName="Accent3" refType="h" fact="0.4021"/>
              <dgm:constr type="w" for="ch" forName="Accent3" refType="w" fact="0.2269"/>
              <dgm:constr type="h" for="ch" forName="Accent3" refType="h" fact="0.1333"/>
              <dgm:constr type="r" for="ch" forName="Accent2" refType="w" fact="0.6235"/>
              <dgm:constr type="t" for="ch" forName="Accent2" refType="h" fact="0.1529"/>
              <dgm:constr type="w" for="ch" forName="Accent2" refType="w" fact="0.2269"/>
              <dgm:constr type="h" for="ch" forName="Accent2" refType="h" fact="0.133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4" refType="w" fact="0.9446"/>
              <dgm:constr type="t" for="ch" forName="Child4" refType="h" fact="0.7093"/>
              <dgm:constr type="w" for="ch" forName="Child4" refType="w" fact="0.4927"/>
              <dgm:constr type="h" for="ch" forName="Child4" refType="h" fact="0.2907"/>
              <dgm:constr type="r" for="ch" forName="Parent" refType="w"/>
              <dgm:constr type="t" for="ch" forName="Parent" refType="h" fact="0.3226"/>
              <dgm:constr type="w" for="ch" forName="Parent" refType="w" fact="0.6013"/>
              <dgm:constr type="h" for="ch" forName="Parent" refType="h" fact="0.3547"/>
              <dgm:constr type="r" for="ch" forName="Child2" refType="w" fact="0.4927"/>
              <dgm:constr type="t" for="ch" forName="Child2" refType="h" fact="0.1788"/>
              <dgm:constr type="w" for="ch" forName="Child2" refType="w" fact="0.4927"/>
              <dgm:constr type="h" for="ch" forName="Child2" refType="h" fact="0.2907"/>
              <dgm:constr type="r" for="ch" forName="Child3" refType="w" fact="0.4927"/>
              <dgm:constr type="t" for="ch" forName="Child3" refType="h" fact="0.5303"/>
              <dgm:constr type="w" for="ch" forName="Child3" refType="w" fact="0.4927"/>
              <dgm:constr type="h" for="ch" forName="Child3" refType="h" fact="0.2907"/>
              <dgm:constr type="r" for="ch" forName="Child1" refType="w" fact="0.9446"/>
              <dgm:constr type="t" for="ch" forName="Child1" refType="h" fact="0"/>
              <dgm:constr type="w" for="ch" forName="Child1" refType="w" fact="0.4927"/>
              <dgm:constr type="h" for="ch" forName="Child1" refType="h" fact="0.2907"/>
            </dgm:constrLst>
          </dgm:if>
          <dgm:if name="Name18" axis="ch ch" ptType="node node" st="1 1" cnt="1 0" func="cnt" op="equ" val="5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Accent5" refType="w" fact="0.7142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r" for="ch" forName="Accent4" refType="w" fact="0.388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r" for="ch" forName="Accent3" refType="w" fact="0.256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r" for="ch" forName="Accent2" refType="w" fact="0.4458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4" refType="w" fact="0.6754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r" for="ch" forName="Parent" refType="w" fact="0.71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r" for="ch" forName="Child2" refType="w" fact="0.3523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r" for="ch" forName="Child3" refType="w" fact="0.3523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r" for="ch" forName="Child5" refType="w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r" for="ch" forName="Child1" refType="w" fact="0.6754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if>
          <dgm:else name="Name19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6" refType="primFontSz" refFor="des" refForName="Parent" op="lte"/>
              <dgm:constr type="primFontSz" for="des" forName="Child7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ptType="node" op="equ" val="65"/>
              <dgm:constr type="r" for="ch" forName="Accent6" refType="w" fact="0.9066"/>
              <dgm:constr type="t" for="ch" forName="Accent6" refType="h" fact="0.4635"/>
              <dgm:constr type="w" for="ch" forName="Accent6" refType="w" fact="0.1622"/>
              <dgm:constr type="h" for="ch" forName="Accent6" refType="h" fact="0.1333"/>
              <dgm:constr type="r" for="ch" forName="Accent5" refType="w" fact="0.7142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r" for="ch" forName="Accent4" refType="w" fact="0.388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r" for="ch" forName="Accent3" refType="w" fact="0.256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r" for="ch" forName="Accent2" refType="w" fact="0.4458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4" refType="w" fact="0.6754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r" for="ch" forName="Parent" refType="w" fact="0.71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r" for="ch" forName="Child2" refType="w" fact="0.3523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r" for="ch" forName="Child3" refType="w" fact="0.3523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r" for="ch" forName="Child5" refType="w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r" for="ch" forName="Child6" refType="w"/>
              <dgm:constr type="t" for="ch" forName="Child6" refType="h" fact="0.1784"/>
              <dgm:constr type="w" for="ch" forName="Child6" refType="w" fact="0.3523"/>
              <dgm:constr type="h" for="ch" forName="Child6" refType="h" fact="0.2907"/>
              <dgm:constr type="r" for="ch" forName="Child1" refType="w" fact="0.6754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else>
        </dgm:choose>
      </dgm:else>
    </dgm:choose>
    <dgm:forEach name="wrapper" axis="self" ptType="parTrans">
      <dgm:forEach name="accentRepeat" axis="self">
        <dgm:layoutNode name="Accent" styleLbl="bgShp">
          <dgm:alg type="sp"/>
          <dgm:shape xmlns:r="http://schemas.openxmlformats.org/officeDocument/2006/relationships" type="hexagon" r:blip="" zOrderOff="-2">
            <dgm:adjLst>
              <dgm:adj idx="1" val="0.289"/>
              <dgm:adj idx="2" val="1.1547"/>
            </dgm:adjLst>
          </dgm:shape>
          <dgm:presOf/>
        </dgm:layoutNode>
      </dgm:forEach>
    </dgm:forEach>
    <dgm:forEach name="Name20" axis="ch" ptType="node" cnt="1">
      <dgm:layoutNode name="Parent" styleLbl="node0">
        <dgm:varLst>
          <dgm:chMax val="6"/>
          <dgm:chPref val="6"/>
        </dgm:varLst>
        <dgm:alg type="tx"/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self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1" axis="ch ch" ptType="node node" st="1 1" cnt="1 1">
      <dgm:layoutNode name="Accent1">
        <dgm:alg type="sp"/>
        <dgm:shape xmlns:r="http://schemas.openxmlformats.org/officeDocument/2006/relationships" r:blip="" zOrderOff="-2">
          <dgm:adjLst/>
        </dgm:shape>
        <dgm:presOf/>
        <dgm:constrLst/>
        <dgm:forEach name="Name22" ref="accentRepeat"/>
      </dgm:layoutNode>
      <dgm:layoutNode name="Child1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3" axis="ch ch" ptType="node node" st="1 2" cnt="1 1">
      <dgm:layoutNode name="Accent2">
        <dgm:alg type="sp"/>
        <dgm:shape xmlns:r="http://schemas.openxmlformats.org/officeDocument/2006/relationships" r:blip="" zOrderOff="-2">
          <dgm:adjLst/>
        </dgm:shape>
        <dgm:presOf/>
        <dgm:constrLst/>
        <dgm:forEach name="Name24" ref="accentRepeat"/>
      </dgm:layoutNode>
      <dgm:layoutNode name="Child2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5" axis="ch ch" ptType="node node" st="1 3" cnt="1 1">
      <dgm:layoutNode name="Accent3">
        <dgm:alg type="sp"/>
        <dgm:shape xmlns:r="http://schemas.openxmlformats.org/officeDocument/2006/relationships" r:blip="" zOrderOff="-2">
          <dgm:adjLst/>
        </dgm:shape>
        <dgm:presOf/>
        <dgm:constrLst/>
        <dgm:forEach name="Name26" ref="accentRepeat"/>
      </dgm:layoutNode>
      <dgm:layoutNode name="Child3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7" axis="ch ch" ptType="node node" st="1 4" cnt="1 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28" ref="accentRepeat"/>
      </dgm:layoutNode>
      <dgm:layoutNode name="Child4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9" axis="ch ch" ptType="node node" st="1 5" cnt="1 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30" ref="accentRepeat"/>
      </dgm:layoutNode>
      <dgm:layoutNode name="Child5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31" axis="ch ch" ptType="node node" st="1 6" cnt="1 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32" ref="accentRepeat"/>
      </dgm:layoutNode>
      <dgm:layoutNode name="Child6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61C52-8FA2-8BD5-A09A-E2927998A7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920DFD-1E22-43DB-B35A-A079F86123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EF970-51F4-F8FF-7CC7-4222A79099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110EAA-2FA5-56C7-8951-076BA09FA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38ED45-4974-A9FC-71CC-4816E7C79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112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27186-89DF-9CB8-4905-E3764650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CB069-61BC-88A8-7129-04D9DE1047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166261-B9DB-F723-6370-7A2BE1458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0FC1C7-900A-75A8-37D4-6418EF269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CA64D-CED8-81DD-DD8E-6C2B8E821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8377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89715-852C-65F4-297E-D5D6846BC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201182-6EBC-B8D9-9261-D530A7FEC8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11C86-E388-47EC-ADE5-928E2CF07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9C5C6-3FCF-F7A3-6284-9848D7F0A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EC8735-3DD6-066A-549A-28756E93C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72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C9239-5851-39CB-E48C-E3869DB47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45DD86-D1FF-622C-EE29-4547413FCF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03FEA1-DBDF-9B51-7EF3-FCC79BCD9E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4D9EB8-21D8-35AC-CBD2-D4868F29D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36285C-90C9-6210-85DD-458A11160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93E3E6-5B83-248D-D496-783C4D448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4797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3B853-8877-7B47-39C1-4F9EDB9AE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12F7D5-EB90-766B-3793-980AF7D18D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054DC2-E07B-43C5-D0B9-248712301B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FE8FB9-D875-925D-8A56-D0840193F4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3CDF8A-3ED5-9F97-0153-800E4D4026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57D5C6-5139-DA91-578B-F0446B7B3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5441C5F-C87E-06B5-1854-713023657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A159F2-9D9B-4DEC-85C4-D57A3FB1B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6318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7832A-7CB3-697F-8CB0-63DD05F97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CAA103-D99E-EED8-460A-2E4F441CB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06CD83-4435-5A36-ECC9-AF13AF51C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36D96A-C93B-0064-3417-C373F25FF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541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EE9850-78F3-5240-B045-6DE4C69CB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40C0D0-7279-369A-5C8F-F7E2D6F8E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C46D61-AA17-7427-67FF-10457941F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400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761AD7-9282-7742-2BE4-B7B10DE6A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46B71D-B0CD-BD22-E0C1-C3F3FB6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B0DAA7-E757-4399-8FBA-366FEE4AC5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7D27CE-5C66-F2DA-7397-4169FDE3B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91ABEF-D45D-EBEC-7B02-D93534720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3F374A-7CCD-9D7E-93F3-F8A9FD1A3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0171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CA8C5-4A06-AABD-B859-B81844C84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0D4E36-BB88-B72C-8301-C6D3A37845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3F1AB4-D14B-8C18-0B88-B3BE7939E8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964A77-2E9D-ADB8-E5A7-BC9AA3E25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EDAAFE-7CA5-F0D7-F4A0-57DCF4FA9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130CF4-8E2A-AEBA-E501-87DC47297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132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7DF36-2EB3-D0A6-DB8C-2F98992EF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C2F9CF-58AE-56A1-9DFC-2F41CCD79A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EBDEA3-8BA9-FAD4-4329-BEDA8FBE4D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A9D4CF-4A1A-3FB2-DF00-98C12361AF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79D4D3-D9A9-7945-53EC-09072CA6D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025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3BE66C-533B-759D-6C0C-87020D3CB4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B23655-78FC-D214-11D5-494FECF485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19B5D6-A190-C68C-4BA2-715AF8A36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D7C4A7-DC25-1B97-582A-BF44EBEAF3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DC8477-5A1B-857D-0290-372517591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671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A2EC3F2-AEAA-D5A7-58DD-B8F5E9F77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47A714-DB7C-42A2-743A-8E2CD351DF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C5DB4D-76AC-304C-9D64-9DBC973ECA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FF5FDE-556D-4288-960F-3880543CC0D0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E0D65C-CA1B-1EB8-5CB5-C2FDDDCCBC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4BEF16-6C3A-73D2-B3AD-89144B5DD2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804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4eU8rsZ82TA" TargetMode="External"/><Relationship Id="rId7" Type="http://schemas.openxmlformats.org/officeDocument/2006/relationships/hyperlink" Target="https://github.com/CSOIreland/Code-Transcompiler-using-LLMs-public/blob/main/README.md" TargetMode="External"/><Relationship Id="rId2" Type="http://schemas.openxmlformats.org/officeDocument/2006/relationships/hyperlink" Target="https://www.youtube.com/watch?v=vioJCGXSejQ&amp;t=356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asnr/sas-to-r" TargetMode="External"/><Relationship Id="rId5" Type="http://schemas.openxmlformats.org/officeDocument/2006/relationships/hyperlink" Target="https://builder.aws.com/content/2cKbgI3WsAYTiDM0J48uEMVqOVW/understanding-the-7-rs-cloud-migration-strategies" TargetMode="External"/><Relationship Id="rId4" Type="http://schemas.openxmlformats.org/officeDocument/2006/relationships/hyperlink" Target="https://aws.amazon.com/what-is/cloud-migration-strategy/" TargetMode="Externa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09A87-E946-B534-2098-9ADB162D34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917" y="311771"/>
            <a:ext cx="12056165" cy="2387600"/>
          </a:xfrm>
        </p:spPr>
        <p:txBody>
          <a:bodyPr>
            <a:normAutofit fontScale="90000"/>
          </a:bodyPr>
          <a:lstStyle/>
          <a:p>
            <a:r>
              <a:rPr lang="en-US" sz="8000" b="1" dirty="0">
                <a:latin typeface="+mn-lt"/>
                <a:cs typeface="Times New Roman" panose="02020603050405020304" pitchFamily="18" charset="0"/>
              </a:rPr>
              <a:t>From On-Premise</a:t>
            </a:r>
            <a:r>
              <a:rPr lang="en-US" altLang="zh-CN" sz="8000" b="1" dirty="0">
                <a:latin typeface="+mn-lt"/>
                <a:cs typeface="Times New Roman" panose="02020603050405020304" pitchFamily="18" charset="0"/>
              </a:rPr>
              <a:t>s</a:t>
            </a:r>
            <a:r>
              <a:rPr lang="en-US" sz="8000" b="1" dirty="0">
                <a:latin typeface="+mn-lt"/>
                <a:cs typeface="Times New Roman" panose="02020603050405020304" pitchFamily="18" charset="0"/>
              </a:rPr>
              <a:t> to Cloud: </a:t>
            </a:r>
            <a:br>
              <a:rPr lang="en-US" b="1" dirty="0">
                <a:latin typeface="+mn-lt"/>
                <a:cs typeface="Times New Roman" panose="02020603050405020304" pitchFamily="18" charset="0"/>
              </a:rPr>
            </a:br>
            <a:br>
              <a:rPr lang="en-US" sz="3200" b="1" dirty="0">
                <a:latin typeface="+mn-lt"/>
                <a:cs typeface="Times New Roman" panose="02020603050405020304" pitchFamily="18" charset="0"/>
              </a:rPr>
            </a:br>
            <a:r>
              <a:rPr lang="en-US" sz="3600" b="1" dirty="0">
                <a:latin typeface="+mn-lt"/>
                <a:cs typeface="Times New Roman" panose="02020603050405020304" pitchFamily="18" charset="0"/>
              </a:rPr>
              <a:t>Lessons Learned from an Enterprise AWS Migration at Fannie Mae</a:t>
            </a:r>
            <a:endParaRPr lang="en-US" sz="3600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D8DE2D-D5B9-D25A-E851-B1C7758AA8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8629"/>
            <a:ext cx="9144000" cy="1655762"/>
          </a:xfrm>
        </p:spPr>
        <p:txBody>
          <a:bodyPr/>
          <a:lstStyle/>
          <a:p>
            <a:r>
              <a:rPr lang="en-US" altLang="zh-CN" b="1" dirty="0">
                <a:cs typeface="Times New Roman" panose="02020603050405020304" pitchFamily="18" charset="0"/>
              </a:rPr>
              <a:t>Wujian Xue</a:t>
            </a:r>
          </a:p>
          <a:p>
            <a:r>
              <a:rPr lang="en-US" b="1" dirty="0">
                <a:cs typeface="Times New Roman" panose="02020603050405020304" pitchFamily="18" charset="0"/>
              </a:rPr>
              <a:t>Oct 2026</a:t>
            </a:r>
          </a:p>
          <a:p>
            <a:r>
              <a:rPr lang="en-US" b="1" dirty="0">
                <a:cs typeface="Times New Roman" panose="02020603050405020304" pitchFamily="18" charset="0"/>
              </a:rPr>
              <a:t>Cincinnati, OH</a:t>
            </a:r>
          </a:p>
        </p:txBody>
      </p:sp>
    </p:spTree>
    <p:extLst>
      <p:ext uri="{BB962C8B-B14F-4D97-AF65-F5344CB8AC3E}">
        <p14:creationId xmlns:p14="http://schemas.microsoft.com/office/powerpoint/2010/main" val="2572152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50338-C315-D975-5D8F-2109AEE0C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0E6403-ACCF-DA80-E763-D2DE51B207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3600" dirty="0"/>
              <a:t>Background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Cloud Migration at Fannie Mae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My work in the migration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Additional value: Efficiency and Accuracy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Gen AI and future of code conversion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6BC297-F8DE-1784-BFD2-67AEED894C57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40153557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4F433-6378-4049-F2C3-EE92E0049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8253" y="72592"/>
            <a:ext cx="11092132" cy="1133126"/>
          </a:xfrm>
        </p:spPr>
        <p:txBody>
          <a:bodyPr/>
          <a:lstStyle/>
          <a:p>
            <a:r>
              <a:rPr lang="en-US" dirty="0"/>
              <a:t>1.Background – Fannie Mae and cloud migration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838B1-29DE-A684-2D91-585BAAF4FB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0547" y="6329758"/>
            <a:ext cx="2364503" cy="455650"/>
          </a:xfrm>
        </p:spPr>
        <p:txBody>
          <a:bodyPr>
            <a:normAutofit fontScale="70000" lnSpcReduction="20000"/>
          </a:bodyPr>
          <a:lstStyle/>
          <a:p>
            <a:r>
              <a:rPr lang="en-US" sz="1500" dirty="0"/>
              <a:t>What is the problem and why</a:t>
            </a:r>
          </a:p>
          <a:p>
            <a:r>
              <a:rPr lang="en-US" altLang="zh-CN" sz="1500" dirty="0"/>
              <a:t>Women in the migration</a:t>
            </a:r>
            <a:endParaRPr lang="en-US" sz="1500" dirty="0"/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DAE49C-C251-F75B-7AAE-63C6E1173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1207" y="1397420"/>
            <a:ext cx="2269375" cy="119112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0F343E3-B481-8821-EE0D-C79034097980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D09CA8B3-F6AF-00DD-B037-578938DDCF8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12375990"/>
              </p:ext>
            </p:extLst>
          </p:nvPr>
        </p:nvGraphicFramePr>
        <p:xfrm>
          <a:off x="6770569" y="1821369"/>
          <a:ext cx="6193224" cy="45775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2F379E69-1A2C-A431-2445-45C07F7232B2}"/>
              </a:ext>
            </a:extLst>
          </p:cNvPr>
          <p:cNvSpPr txBox="1">
            <a:spLocks/>
          </p:cNvSpPr>
          <p:nvPr/>
        </p:nvSpPr>
        <p:spPr>
          <a:xfrm>
            <a:off x="323439" y="2588544"/>
            <a:ext cx="7138410" cy="32515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Business: </a:t>
            </a:r>
          </a:p>
          <a:p>
            <a:pPr lvl="1"/>
            <a:r>
              <a:rPr lang="en-US" sz="1600" dirty="0"/>
              <a:t>Buy mortgage from lenders across the U.S., give lenders cash to make more home loans.</a:t>
            </a:r>
          </a:p>
          <a:p>
            <a:pPr lvl="1"/>
            <a:r>
              <a:rPr lang="en-US" sz="1600" dirty="0"/>
              <a:t>Pool most of the loans into mortgage-backed securities(MBS) and guarantees investors timely payment of principal and interest.</a:t>
            </a:r>
          </a:p>
          <a:p>
            <a:pPr lvl="1"/>
            <a:r>
              <a:rPr lang="en-US" sz="1600" dirty="0"/>
              <a:t>Earns guarantee fees on the security and interest income on the loan</a:t>
            </a:r>
          </a:p>
          <a:p>
            <a:endParaRPr lang="en-US" sz="2000" dirty="0"/>
          </a:p>
          <a:p>
            <a:r>
              <a:rPr lang="en-US" sz="2000" dirty="0"/>
              <a:t>Numbers: </a:t>
            </a:r>
          </a:p>
          <a:p>
            <a:pPr lvl="1"/>
            <a:r>
              <a:rPr lang="en-US" sz="1600" dirty="0"/>
              <a:t>Chartered by the Congress in 1938, under federal conservatorship in 2008. </a:t>
            </a:r>
          </a:p>
          <a:p>
            <a:pPr lvl="1"/>
            <a:r>
              <a:rPr lang="en-US" sz="1600" dirty="0"/>
              <a:t>Hold $4.3 trillion assets,  financed 25%  homes in the U.S.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57805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FB569-8DFD-66E2-48FC-0E51EBAA3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96B7E-4004-A095-EE40-DCB4D9B6C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8133" y="11441"/>
            <a:ext cx="10515600" cy="1325563"/>
          </a:xfrm>
        </p:spPr>
        <p:txBody>
          <a:bodyPr/>
          <a:lstStyle/>
          <a:p>
            <a:r>
              <a:rPr lang="en-US" dirty="0"/>
              <a:t>2.Cloud Migration in Fannie Mae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2B221D-14C4-F1B4-56D8-C8BBFA8E58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8133" y="1204849"/>
            <a:ext cx="8228162" cy="512133"/>
          </a:xfrm>
        </p:spPr>
        <p:txBody>
          <a:bodyPr/>
          <a:lstStyle/>
          <a:p>
            <a:r>
              <a:rPr lang="en-US" altLang="zh-CN" dirty="0"/>
              <a:t>Cloud adoption is a key for the digital transformation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BC3A5D-6610-AA58-25BF-30BC75C3918A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9BA9E7C-9A80-3F03-CBAB-AD3A076105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4114" y="3063876"/>
            <a:ext cx="4140679" cy="342899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5523028-E3C7-8565-37A0-0CFFDC70841B}"/>
              </a:ext>
            </a:extLst>
          </p:cNvPr>
          <p:cNvSpPr txBox="1"/>
          <p:nvPr/>
        </p:nvSpPr>
        <p:spPr>
          <a:xfrm>
            <a:off x="2334256" y="2426848"/>
            <a:ext cx="2950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7 Rs in AWS Cloud Migration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263698-66A8-108C-94D6-43284B1205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6488" y="2398611"/>
            <a:ext cx="1290890" cy="8618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A602E8-F311-D5EB-0349-5E5FF992C5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8064" y="3691313"/>
            <a:ext cx="1388533" cy="1041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807BABC-73FF-17A8-86F9-905F442F42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53886" y="3759799"/>
            <a:ext cx="1253067" cy="9398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D47517D-7D0A-30F0-A5C2-3BF87FF002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1668" y="5037177"/>
            <a:ext cx="1580274" cy="9398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EDBA27B-B3D6-2D04-E029-B9D7635617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90128" y="3759799"/>
            <a:ext cx="1531814" cy="70893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49811D6-30DE-53EC-DF81-C0AC4D13C54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96970" y="5125343"/>
            <a:ext cx="1514018" cy="85163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67EF65C-5FE5-2B72-10BD-5E19F6412F8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39259" y="5037177"/>
            <a:ext cx="1577323" cy="1003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9017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F882F-D782-9FDA-A7C4-638CA99A4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CDA0EB-8A86-C17A-5138-140FA594D8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752" y="360888"/>
            <a:ext cx="11855517" cy="1325563"/>
          </a:xfrm>
        </p:spPr>
        <p:txBody>
          <a:bodyPr/>
          <a:lstStyle/>
          <a:p>
            <a:r>
              <a:rPr lang="en-US" dirty="0"/>
              <a:t>1.Background – cloud in other organizations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FE67F2-C177-752E-1FA2-340506D3C9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815" y="1498251"/>
            <a:ext cx="10263996" cy="7560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Financial regulators, banks, Asset management companies, payment companies and exchanges also have cloud migration. </a:t>
            </a:r>
          </a:p>
          <a:p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5FC91A-FA92-5907-9456-EA27FC61D67C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40F641-F8E6-3057-3D70-DDCFE55514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483" y="3576330"/>
            <a:ext cx="2007612" cy="200761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F6480D7-26D2-3482-A7ED-592B9035E6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805" y="2508702"/>
            <a:ext cx="1257396" cy="125739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83B4DBD-0145-6AEA-FF24-821FDDB1F4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7408" y="2572732"/>
            <a:ext cx="1887113" cy="104974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279E0B5-B727-D5A9-055D-3DC0F311CE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8482" y="3937989"/>
            <a:ext cx="2174759" cy="120501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CE0E9E8-3561-D27F-FB1C-BD3FE6C2A0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9265" y="4015106"/>
            <a:ext cx="1699245" cy="113006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64EBAE1-AC87-5FC3-440B-94B9F0AD865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03853" y="2824063"/>
            <a:ext cx="2244365" cy="62667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29F4ED9-5067-B79E-010F-3149E4123E4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91930" y="3879436"/>
            <a:ext cx="2350433" cy="132211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CC5BCCF-B960-1C48-CEDA-C71C3CDE5A6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0382" y="5619747"/>
            <a:ext cx="1455214" cy="87312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4693828-9283-DE27-DB38-5E94EE28192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73820" y="2290094"/>
            <a:ext cx="2647611" cy="1589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6330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4EECB-BE89-FA10-B559-C2D06E9BF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2.Cloud Migration in Fannie Mae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C73C9-79BC-BE4B-D99B-67D620D66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40902" cy="4351338"/>
          </a:xfrm>
        </p:spPr>
        <p:txBody>
          <a:bodyPr/>
          <a:lstStyle/>
          <a:p>
            <a:r>
              <a:rPr lang="en-US" dirty="0"/>
              <a:t>What has been done about it?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B55003-FA9F-622B-44E4-FC338B76A12B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D1A128A-3E1F-2F81-712A-3809EA2ACB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8618" y="2410690"/>
            <a:ext cx="3642982" cy="301684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302E16F-7A83-3FFA-BF0B-8B32BA61716B}"/>
              </a:ext>
            </a:extLst>
          </p:cNvPr>
          <p:cNvSpPr txBox="1"/>
          <p:nvPr/>
        </p:nvSpPr>
        <p:spPr>
          <a:xfrm>
            <a:off x="8279058" y="1698736"/>
            <a:ext cx="2950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7 Rs in AWS Cloud Migration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8087BF-A1B2-3CB3-9920-38BE92E30E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413" y="3623715"/>
            <a:ext cx="1290890" cy="8618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5282124-3EF7-4252-3560-5FC11F8C46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413" y="5194362"/>
            <a:ext cx="1877291" cy="76968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37C989E-9BF8-3A3A-3F0C-0FFB672243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3295" y="3501925"/>
            <a:ext cx="2143471" cy="80315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DBA16AA-692D-7041-DE6B-C2AAAA535B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1690" y="4997264"/>
            <a:ext cx="2862262" cy="966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8667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886BA-7B79-D560-2DEE-637F0E8C8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C7F5B2-2031-0D7D-9030-AC5DD355E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My work in the Migration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ECAF14-6B14-4040-C260-9DEF69839E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298502" cy="1620109"/>
          </a:xfrm>
        </p:spPr>
        <p:txBody>
          <a:bodyPr/>
          <a:lstStyle/>
          <a:p>
            <a:r>
              <a:rPr lang="en-US" dirty="0"/>
              <a:t>What has been done about it?</a:t>
            </a:r>
          </a:p>
          <a:p>
            <a:r>
              <a:rPr lang="en-US" dirty="0"/>
              <a:t>EMA team single family loss severity and cash flow.</a:t>
            </a:r>
          </a:p>
          <a:p>
            <a:r>
              <a:rPr lang="en-US" dirty="0"/>
              <a:t>Loss severity = Dollar loss / unpaid principal balance(UPB)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F68606-9E81-E44C-879B-FB4E3B5113C4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E6D23D-7673-2041-07A0-521239F2CE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304" y="4538754"/>
            <a:ext cx="1877291" cy="76968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16EACAE-1004-E9DC-CA1A-FB10E44750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1649" y="3429000"/>
            <a:ext cx="2143471" cy="80315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A821571-6C47-35FD-E238-C0832FA8AF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1649" y="5699186"/>
            <a:ext cx="2862262" cy="966787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FCA9D42-51EA-5474-F2EF-B8477B8995EC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2929595" y="3830578"/>
            <a:ext cx="2012054" cy="109302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E98FCAB-E404-5D5F-C627-AA2F47C5D15B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2929595" y="4923599"/>
            <a:ext cx="2012054" cy="125898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71201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B06789-BA5D-116A-9606-AAEF943A72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for refactoring</a:t>
            </a:r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A65D244A-BC2B-A613-E67C-48CF73C5F63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01776967"/>
              </p:ext>
            </p:extLst>
          </p:nvPr>
        </p:nvGraphicFramePr>
        <p:xfrm>
          <a:off x="146649" y="1525848"/>
          <a:ext cx="11826815" cy="170503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B6AB3908-57C4-C0B7-4C30-8AC2917A9C16}"/>
              </a:ext>
            </a:extLst>
          </p:cNvPr>
          <p:cNvSpPr txBox="1">
            <a:spLocks/>
          </p:cNvSpPr>
          <p:nvPr/>
        </p:nvSpPr>
        <p:spPr>
          <a:xfrm>
            <a:off x="146648" y="3079730"/>
            <a:ext cx="3087153" cy="3200300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7400" dirty="0"/>
              <a:t>Convert sas7bdat to </a:t>
            </a:r>
            <a:r>
              <a:rPr lang="en-US" sz="7400" dirty="0" err="1"/>
              <a:t>rds</a:t>
            </a:r>
            <a:endParaRPr lang="en-US" sz="7400" dirty="0"/>
          </a:p>
          <a:p>
            <a:r>
              <a:rPr lang="en-US" sz="7400" dirty="0"/>
              <a:t>Import dataset</a:t>
            </a:r>
          </a:p>
          <a:p>
            <a:r>
              <a:rPr lang="en-US" sz="7400" dirty="0"/>
              <a:t>Data format: sas7bdat/</a:t>
            </a:r>
            <a:r>
              <a:rPr lang="en-US" sz="7400" dirty="0" err="1"/>
              <a:t>rds</a:t>
            </a:r>
            <a:r>
              <a:rPr lang="en-US" sz="7400" dirty="0"/>
              <a:t>/parquet</a:t>
            </a:r>
          </a:p>
          <a:p>
            <a:endParaRPr lang="en-US" sz="7400" dirty="0"/>
          </a:p>
          <a:p>
            <a:r>
              <a:rPr lang="en-US" sz="7400" dirty="0"/>
              <a:t>date/month/time,</a:t>
            </a:r>
          </a:p>
          <a:p>
            <a:r>
              <a:rPr lang="en-US" altLang="zh-CN" sz="7400" dirty="0"/>
              <a:t>Origin date</a:t>
            </a:r>
            <a:endParaRPr lang="en-US" sz="7400" dirty="0"/>
          </a:p>
          <a:p>
            <a:r>
              <a:rPr lang="en-US" sz="7400" dirty="0"/>
              <a:t>missing values, </a:t>
            </a:r>
          </a:p>
          <a:p>
            <a:r>
              <a:rPr lang="en-US" sz="7400" dirty="0"/>
              <a:t>N/A </a:t>
            </a:r>
          </a:p>
          <a:p>
            <a:r>
              <a:rPr lang="en-US" sz="7400" dirty="0"/>
              <a:t>Updated monthly</a:t>
            </a:r>
          </a:p>
          <a:p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1472C4E-723B-DF16-860A-479E2B15B381}"/>
              </a:ext>
            </a:extLst>
          </p:cNvPr>
          <p:cNvSpPr txBox="1">
            <a:spLocks/>
          </p:cNvSpPr>
          <p:nvPr/>
        </p:nvSpPr>
        <p:spPr>
          <a:xfrm>
            <a:off x="3260785" y="3079730"/>
            <a:ext cx="3022456" cy="341314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Variables: filter data </a:t>
            </a:r>
          </a:p>
          <a:p>
            <a:r>
              <a:rPr lang="en-US" sz="2400" dirty="0"/>
              <a:t>merge tables</a:t>
            </a:r>
          </a:p>
          <a:p>
            <a:pPr marL="458788" lvl="1" indent="-342900">
              <a:buFont typeface="Courier New" panose="02070309020205020404" pitchFamily="49" charset="0"/>
              <a:buChar char="o"/>
            </a:pPr>
            <a:r>
              <a:rPr lang="en-US" dirty="0"/>
              <a:t>Concatenate</a:t>
            </a:r>
          </a:p>
          <a:p>
            <a:pPr marL="458788" lvl="1" indent="-342900">
              <a:buFont typeface="Courier New" panose="02070309020205020404" pitchFamily="49" charset="0"/>
              <a:buChar char="o"/>
            </a:pPr>
            <a:r>
              <a:rPr lang="en-US" dirty="0"/>
              <a:t>match merging (with n= dataset option)</a:t>
            </a:r>
          </a:p>
          <a:p>
            <a:pPr marL="458788" lvl="1" indent="-342900">
              <a:buFont typeface="Courier New" panose="02070309020205020404" pitchFamily="49" charset="0"/>
              <a:buChar char="o"/>
            </a:pPr>
            <a:r>
              <a:rPr lang="en-US" dirty="0"/>
              <a:t>match merging (if a and b)</a:t>
            </a:r>
          </a:p>
          <a:p>
            <a:pPr marL="228600" lvl="1">
              <a:spcBef>
                <a:spcPts val="1000"/>
              </a:spcBef>
            </a:pPr>
            <a:r>
              <a:rPr lang="en-US" altLang="zh-CN" dirty="0"/>
              <a:t>Loops: </a:t>
            </a:r>
          </a:p>
          <a:p>
            <a:pPr marL="458788" lvl="1" indent="-342900">
              <a:lnSpc>
                <a:spcPct val="100000"/>
              </a:lnSpc>
              <a:buFont typeface="Courier New" panose="02070309020205020404" pitchFamily="49" charset="0"/>
              <a:buChar char="o"/>
            </a:pPr>
            <a:r>
              <a:rPr lang="en-US" altLang="zh-CN" dirty="0"/>
              <a:t>do until</a:t>
            </a:r>
          </a:p>
          <a:p>
            <a:pPr marL="458788" lvl="1" indent="-342900">
              <a:lnSpc>
                <a:spcPct val="100000"/>
              </a:lnSpc>
              <a:buFont typeface="Courier New" panose="02070309020205020404" pitchFamily="49" charset="0"/>
              <a:buChar char="o"/>
            </a:pPr>
            <a:r>
              <a:rPr lang="en-US" dirty="0"/>
              <a:t>Nested do loops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2A66A781-E17E-6043-235A-E5DF2C57F5D7}"/>
              </a:ext>
            </a:extLst>
          </p:cNvPr>
          <p:cNvSpPr txBox="1">
            <a:spLocks/>
          </p:cNvSpPr>
          <p:nvPr/>
        </p:nvSpPr>
        <p:spPr>
          <a:xfrm>
            <a:off x="6310224" y="2923282"/>
            <a:ext cx="3334107" cy="796805"/>
          </a:xfrm>
          <a:prstGeom prst="rect">
            <a:avLst/>
          </a:prstGeom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Spline in Linear/logistic regression</a:t>
            </a:r>
          </a:p>
          <a:p>
            <a:r>
              <a:rPr lang="en-US" dirty="0"/>
              <a:t>Two </a:t>
            </a:r>
            <a:r>
              <a:rPr lang="en-US"/>
              <a:t>step regression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0C66BB-B97B-380D-5781-54F8B1CBEC03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5887034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CD0B7-14BF-9591-2491-51EC0B8A6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96B53C-360B-A7DC-1397-EE5C9B1C7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Major SAS Steps/Proc vs R package/functions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9187F8-9708-A2D8-B314-1950D2AA2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56" y="1690688"/>
            <a:ext cx="1877291" cy="769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093ED12-F9C4-7300-59D7-16AC180856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1404" y="1690688"/>
            <a:ext cx="2143471" cy="8031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E7EB734-6903-49D5-A647-AE7BC6E4EC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0581" y="1608873"/>
            <a:ext cx="2862262" cy="966787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A2E8D98-C1AD-CCC4-08D9-50F3BE804787}"/>
              </a:ext>
            </a:extLst>
          </p:cNvPr>
          <p:cNvSpPr txBox="1">
            <a:spLocks/>
          </p:cNvSpPr>
          <p:nvPr/>
        </p:nvSpPr>
        <p:spPr>
          <a:xfrm>
            <a:off x="4394662" y="2735207"/>
            <a:ext cx="2233762" cy="2019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dirty="0" err="1"/>
              <a:t>tidyverse</a:t>
            </a:r>
            <a:r>
              <a:rPr lang="en-US" altLang="zh-CN" sz="1400" dirty="0"/>
              <a:t>, </a:t>
            </a:r>
          </a:p>
          <a:p>
            <a:r>
              <a:rPr lang="en-US" altLang="zh-CN" sz="1400" dirty="0"/>
              <a:t>arsenal,</a:t>
            </a:r>
          </a:p>
          <a:p>
            <a:r>
              <a:rPr lang="en-US" altLang="zh-CN" sz="1400" dirty="0"/>
              <a:t>Haven</a:t>
            </a:r>
          </a:p>
          <a:p>
            <a:r>
              <a:rPr lang="en-US" altLang="zh-CN" sz="1400" dirty="0" err="1"/>
              <a:t>aod</a:t>
            </a:r>
            <a:endParaRPr lang="en-US" altLang="zh-CN" sz="1400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0C96031-E926-D7AB-F4F4-6F05AB855B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9016" y="2735206"/>
            <a:ext cx="4012387" cy="468559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PROC TABULATE – </a:t>
            </a:r>
            <a:r>
              <a:rPr lang="en-US" dirty="0" err="1"/>
              <a:t>summarise</a:t>
            </a:r>
            <a:r>
              <a:rPr lang="en-US" dirty="0"/>
              <a:t>()</a:t>
            </a:r>
          </a:p>
          <a:p>
            <a:r>
              <a:rPr lang="en-US" dirty="0"/>
              <a:t>PROC GENMOD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D43CC5-CEC4-33F3-BEEC-1F69BADAA8CF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FECFF5F-7E6B-3A14-B2C2-D35D2321BE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2608" y="4484475"/>
            <a:ext cx="992039" cy="114466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7F3DE97-2BF3-6370-2910-9EC6BFBDBA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96401" y="4484287"/>
            <a:ext cx="992038" cy="11448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EFA7DAA-39B8-55AE-62E8-E2134140CD8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19504" y="4484156"/>
            <a:ext cx="992039" cy="114497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61C17C3-0277-13D6-6733-E29B4F8BFC4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94662" y="5799400"/>
            <a:ext cx="1244595" cy="754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5757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95404-4793-4153-45B6-147571F08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02713-65CC-0B2F-4169-1F342A167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for refactoring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25A04A-A19E-03F6-5A6F-E66D9D66BD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61936" cy="79680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Convert in 4 methods</a:t>
            </a:r>
          </a:p>
          <a:p>
            <a:r>
              <a:rPr lang="en-US" dirty="0"/>
              <a:t>Page 99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076FA3-9937-CE0D-6532-8C7B6F12DE9F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105052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74CE9-62D6-2BB2-E61F-1B1261FA1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12F8B-F4C9-4874-7DA4-22CD58675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for refactoring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BC23D4-DEEC-D0CD-B063-D5658C599C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1347216"/>
            <a:ext cx="5277727" cy="3543961"/>
          </a:xfrm>
        </p:spPr>
        <p:txBody>
          <a:bodyPr>
            <a:normAutofit/>
          </a:bodyPr>
          <a:lstStyle/>
          <a:p>
            <a:r>
              <a:rPr lang="en-US" dirty="0"/>
              <a:t>What have I done about it?</a:t>
            </a:r>
          </a:p>
          <a:p>
            <a:r>
              <a:rPr lang="en-US" altLang="zh-CN" dirty="0"/>
              <a:t>Enterprise Modeling and Analytics – the Cash Flow model</a:t>
            </a:r>
          </a:p>
          <a:p>
            <a:r>
              <a:rPr lang="en-US" altLang="zh-CN" dirty="0"/>
              <a:t>SAS: PROC compare</a:t>
            </a:r>
          </a:p>
          <a:p>
            <a:r>
              <a:rPr lang="en-US" dirty="0"/>
              <a:t>R: compared</a:t>
            </a:r>
          </a:p>
          <a:p>
            <a:r>
              <a:rPr lang="en-US" dirty="0"/>
              <a:t>How to make a tolerance level?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B42BA1-1151-4CFE-D8B5-E02DDD41A0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197" y="5207810"/>
            <a:ext cx="1877291" cy="769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74468B4-F5B5-FE68-0C47-CC2309DE1D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4264" y="5174343"/>
            <a:ext cx="2143471" cy="8031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BAC54FE-1225-9162-8A7B-6CAB854D79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4702" y="5210176"/>
            <a:ext cx="2862262" cy="966787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3DAD067-F15E-9C00-BF8C-B324CCAB9A23}"/>
              </a:ext>
            </a:extLst>
          </p:cNvPr>
          <p:cNvSpPr txBox="1">
            <a:spLocks/>
          </p:cNvSpPr>
          <p:nvPr/>
        </p:nvSpPr>
        <p:spPr>
          <a:xfrm>
            <a:off x="6304675" y="1347216"/>
            <a:ext cx="4349496" cy="3413145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Enterprise Modeling and Analytics – the Cash Flow model</a:t>
            </a:r>
          </a:p>
          <a:p>
            <a:r>
              <a:rPr lang="en-US" dirty="0"/>
              <a:t>Data: date/month/time, missing values, N/A</a:t>
            </a:r>
          </a:p>
          <a:p>
            <a:r>
              <a:rPr lang="en-US" dirty="0"/>
              <a:t>Variables: filter data, </a:t>
            </a:r>
          </a:p>
          <a:p>
            <a:r>
              <a:rPr lang="en-US" dirty="0"/>
              <a:t>merge tables</a:t>
            </a:r>
          </a:p>
          <a:p>
            <a:pPr lvl="1"/>
            <a:r>
              <a:rPr lang="en-US" dirty="0"/>
              <a:t>Concatenate</a:t>
            </a:r>
          </a:p>
          <a:p>
            <a:pPr lvl="1"/>
            <a:r>
              <a:rPr lang="en-US" dirty="0"/>
              <a:t>match merging (with n= dataset option)</a:t>
            </a:r>
          </a:p>
          <a:p>
            <a:r>
              <a:rPr lang="en-US" dirty="0"/>
              <a:t>Models: logistic regression with splines</a:t>
            </a:r>
          </a:p>
          <a:p>
            <a:pPr lvl="1"/>
            <a:r>
              <a:rPr lang="en-US" dirty="0"/>
              <a:t>Choose number and location of the knots.</a:t>
            </a:r>
          </a:p>
          <a:p>
            <a:r>
              <a:rPr lang="en-US" dirty="0"/>
              <a:t>Macro functions</a:t>
            </a:r>
          </a:p>
          <a:p>
            <a:r>
              <a:rPr lang="en-US" dirty="0"/>
              <a:t>Output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B02195-335B-6B7B-3FC8-0E3B8884489C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40970007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A0D58-006F-0ED1-D928-9053639D7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DC0A5E-A212-3E5A-61F0-5486D95F0C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R/ Python is slower than</a:t>
            </a:r>
          </a:p>
          <a:p>
            <a:r>
              <a:rPr lang="en-US" altLang="zh-CN" dirty="0"/>
              <a:t>Do loop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34596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73D30-F5D8-4541-A08A-A1F0FD253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Accuracy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921899-9ED9-44BF-4E51-990C192720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𝑉𝑎𝑟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1=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𝑉𝑎𝑟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𝑉𝑎𝑟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 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𝐻𝑜𝑚𝑒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𝑝𝑟𝑖𝑐𝑒</m:t>
                    </m:r>
                  </m:oMath>
                </a14:m>
                <a:endParaRPr lang="en-US" dirty="0"/>
              </a:p>
              <a:p>
                <a:r>
                  <a:rPr lang="en-US" dirty="0"/>
                  <a:t>Var2 and var3 have differences at  E-09 level.</a:t>
                </a:r>
              </a:p>
              <a:p>
                <a:r>
                  <a:rPr lang="en-US" dirty="0"/>
                  <a:t>Home price is a large number, </a:t>
                </a:r>
              </a:p>
              <a:p>
                <a:pPr lvl="1"/>
                <a:r>
                  <a:rPr lang="en-US" dirty="0"/>
                  <a:t>e.g. $1,000,000, </a:t>
                </a:r>
              </a:p>
              <a:p>
                <a:pPr lvl="1"/>
                <a:r>
                  <a:rPr lang="en-US" dirty="0"/>
                  <a:t>median house price in the U.S. :$430,000</a:t>
                </a:r>
              </a:p>
              <a:p>
                <a:r>
                  <a:rPr lang="en-US" dirty="0"/>
                  <a:t>Var 1 are different</a:t>
                </a:r>
              </a:p>
              <a:p>
                <a:r>
                  <a:rPr lang="en-US" dirty="0"/>
                  <a:t>This can be applied to many cases, such as population, distance.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921899-9ED9-44BF-4E51-990C192720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14B99E25-EC46-C1F5-C053-56B96913954B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9731370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E9E41E-F049-D077-48A8-B5103E71C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16F7C-9245-9A2E-BF93-EE4A29AC6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SAS vs 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5B8210-9BEF-F85B-9305-889B95E75A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concatenation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B63BF11-78B9-1FF3-9DD3-77DC3D00F8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0086417"/>
              </p:ext>
            </p:extLst>
          </p:nvPr>
        </p:nvGraphicFramePr>
        <p:xfrm>
          <a:off x="1091721" y="3429000"/>
          <a:ext cx="812799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25036284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02392007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9198976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13917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Advantage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31946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41436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Disadvantage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expensive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Free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1924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52836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58874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01B93-71FC-ED4E-DAD1-2DC88351F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Merge Tables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0A8754-420C-E67C-1B6E-990DE72603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5100159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C6558-4EC7-F455-AEE9-D12FD0A89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55E68B-3CB9-4EB7-342D-A9E2A37722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additional value does my approach provide?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DF3816E-67F8-3536-C248-C26EC415F2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4397" y="3122763"/>
            <a:ext cx="8313294" cy="2928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2619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81912-C0D5-AF85-91B0-7D9532929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8A637E-A23A-F19C-2EC6-9A9B52F8A2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 do we go from there?</a:t>
            </a:r>
          </a:p>
          <a:p>
            <a:r>
              <a:rPr lang="en-US" dirty="0"/>
              <a:t>Tech in 2020 seems pretty old at 2026. So how will we see in 2030?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881C29-D8CF-F939-8E3B-1003A5511D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2378" y="2941313"/>
            <a:ext cx="6998898" cy="3713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3219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65071-DC72-93E5-9B2F-5F4736998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Reference: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3456FF-E78F-8DA1-FCFF-D93708555E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>
                <a:hlinkClick r:id="rId2"/>
              </a:rPr>
              <a:t>AWS </a:t>
            </a:r>
            <a:r>
              <a:rPr lang="en-US" sz="2000" dirty="0" err="1">
                <a:hlinkClick r:id="rId2"/>
              </a:rPr>
              <a:t>re:Invent</a:t>
            </a:r>
            <a:r>
              <a:rPr lang="en-US" sz="2000" dirty="0">
                <a:hlinkClick r:id="rId2"/>
              </a:rPr>
              <a:t> 2021 - Fannie Mae: Migrating at scale without lifting and shifting</a:t>
            </a:r>
            <a:endParaRPr lang="en-US" sz="2000" dirty="0"/>
          </a:p>
          <a:p>
            <a:r>
              <a:rPr lang="en-US" sz="2000" dirty="0">
                <a:hlinkClick r:id="rId3"/>
              </a:rPr>
              <a:t>Fannie Mae’s Digital Transformation Journey with AWS | Amazon Web Services</a:t>
            </a:r>
            <a:endParaRPr lang="en-US" sz="2000" dirty="0"/>
          </a:p>
          <a:p>
            <a:r>
              <a:rPr lang="en-US" sz="2000" dirty="0">
                <a:hlinkClick r:id="rId4"/>
              </a:rPr>
              <a:t>What is a Cloud Migration Strategy? - Cloud Migration Strategy Explained – AWS</a:t>
            </a:r>
            <a:endParaRPr lang="en-US" sz="2000" dirty="0"/>
          </a:p>
          <a:p>
            <a:r>
              <a:rPr lang="en-US" sz="2000" dirty="0">
                <a:hlinkClick r:id="rId5"/>
              </a:rPr>
              <a:t>Understanding the “7 Rs” - Cloud Migration Strategies | AWS Builder Center</a:t>
            </a:r>
            <a:endParaRPr lang="en-US" sz="2000" dirty="0"/>
          </a:p>
          <a:p>
            <a:r>
              <a:rPr lang="en-US" sz="2000" dirty="0" err="1">
                <a:hlinkClick r:id="rId6"/>
              </a:rPr>
              <a:t>asnr</a:t>
            </a:r>
            <a:r>
              <a:rPr lang="en-US" sz="2000" dirty="0">
                <a:hlinkClick r:id="rId6"/>
              </a:rPr>
              <a:t>/</a:t>
            </a:r>
            <a:r>
              <a:rPr lang="en-US" sz="2000" dirty="0" err="1">
                <a:hlinkClick r:id="rId6"/>
              </a:rPr>
              <a:t>sas</a:t>
            </a:r>
            <a:r>
              <a:rPr lang="en-US" sz="2000" dirty="0">
                <a:hlinkClick r:id="rId6"/>
              </a:rPr>
              <a:t>-to-r: Translate SAS to R</a:t>
            </a:r>
            <a:endParaRPr lang="en-US" sz="2000" dirty="0"/>
          </a:p>
          <a:p>
            <a:r>
              <a:rPr lang="en-US" sz="2000" dirty="0">
                <a:hlinkClick r:id="rId7"/>
              </a:rPr>
              <a:t>Code-Transcompiler-using-LLMs-public/README.md at main · </a:t>
            </a:r>
            <a:r>
              <a:rPr lang="en-US" sz="2000" dirty="0" err="1">
                <a:hlinkClick r:id="rId7"/>
              </a:rPr>
              <a:t>CSOIreland</a:t>
            </a:r>
            <a:r>
              <a:rPr lang="en-US" sz="2000" dirty="0">
                <a:hlinkClick r:id="rId7"/>
              </a:rPr>
              <a:t>/Code-Transcompiler-using-LLMs-public</a:t>
            </a:r>
            <a:endParaRPr lang="en-US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E627DE-ACAC-D1AB-193D-32D1237B2FE8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10774897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D5B5A-22EB-F6BE-03B9-DA990AE01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Q&amp;A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79DD26-0915-7E46-B9E9-A23C100259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200" y="5414009"/>
            <a:ext cx="1173480" cy="332423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My </a:t>
            </a:r>
            <a:r>
              <a:rPr lang="en-US" dirty="0" err="1"/>
              <a:t>Github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C50AFE-4C70-3BD6-2457-93F253C69C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6260" y="2468880"/>
            <a:ext cx="2499360" cy="2499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037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3261</TotalTime>
  <Words>827</Words>
  <Application>Microsoft Office PowerPoint</Application>
  <PresentationFormat>Widescreen</PresentationFormat>
  <Paragraphs>135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Arial</vt:lpstr>
      <vt:lpstr>Calibri</vt:lpstr>
      <vt:lpstr>Calibri Light</vt:lpstr>
      <vt:lpstr>Cambria Math</vt:lpstr>
      <vt:lpstr>Courier New</vt:lpstr>
      <vt:lpstr>Times New Roman</vt:lpstr>
      <vt:lpstr>Office Theme</vt:lpstr>
      <vt:lpstr>From On-Premises to Cloud:   Lessons Learned from an Enterprise AWS Migration at Fannie Mae</vt:lpstr>
      <vt:lpstr>Agenda</vt:lpstr>
      <vt:lpstr>1.Background – Fannie Mae and cloud migration</vt:lpstr>
      <vt:lpstr>2.Cloud Migration in Fannie Mae</vt:lpstr>
      <vt:lpstr>1.Background – cloud in other organizations</vt:lpstr>
      <vt:lpstr>2.Cloud Migration in Fannie Mae</vt:lpstr>
      <vt:lpstr>3. My work in the Migration</vt:lpstr>
      <vt:lpstr>Steps for refactoring</vt:lpstr>
      <vt:lpstr>Major SAS Steps/Proc vs R package/functions</vt:lpstr>
      <vt:lpstr>Steps for refactoring</vt:lpstr>
      <vt:lpstr>Steps for refactoring</vt:lpstr>
      <vt:lpstr>Efficiency</vt:lpstr>
      <vt:lpstr>Accuracy</vt:lpstr>
      <vt:lpstr>SAS vs R</vt:lpstr>
      <vt:lpstr>Merge Tables</vt:lpstr>
      <vt:lpstr>PowerPoint Presentation</vt:lpstr>
      <vt:lpstr>PowerPoint Presentation</vt:lpstr>
      <vt:lpstr>Reference: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Wujian Xue</dc:creator>
  <cp:lastModifiedBy>Wujian Xue</cp:lastModifiedBy>
  <cp:revision>45</cp:revision>
  <dcterms:created xsi:type="dcterms:W3CDTF">2026-09-28T02:18:07Z</dcterms:created>
  <dcterms:modified xsi:type="dcterms:W3CDTF">2026-10-23T01:51:47Z</dcterms:modified>
</cp:coreProperties>
</file>