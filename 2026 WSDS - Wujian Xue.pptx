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75" r:id="rId15"/>
    <p:sldId id="267" r:id="rId16"/>
    <p:sldId id="260" r:id="rId17"/>
    <p:sldId id="261" r:id="rId18"/>
    <p:sldId id="263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 dirty="0"/>
            <a:t>Data Prep</a:t>
          </a:r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157913" y="1476707"/>
          <a:ext cx="1876959" cy="1623646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468951" y="1745768"/>
        <a:ext cx="1254883" cy="1085524"/>
      </dsp:txXfrm>
    </dsp:sp>
    <dsp:sp modelId="{16108406-D824-48AA-986F-F20B13B82A81}">
      <dsp:nvSpPr>
        <dsp:cNvPr id="0" name=""/>
        <dsp:cNvSpPr/>
      </dsp:nvSpPr>
      <dsp:spPr>
        <a:xfrm>
          <a:off x="3333251" y="699902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330808" y="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585713" y="220523"/>
        <a:ext cx="1028345" cy="889639"/>
      </dsp:txXfrm>
    </dsp:sp>
    <dsp:sp modelId="{322F9847-0308-445A-A02E-9697140899BE}">
      <dsp:nvSpPr>
        <dsp:cNvPr id="0" name=""/>
        <dsp:cNvSpPr/>
      </dsp:nvSpPr>
      <dsp:spPr>
        <a:xfrm>
          <a:off x="4159742" y="184062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741475" y="81846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996380" y="1038983"/>
        <a:ext cx="1028345" cy="889639"/>
      </dsp:txXfrm>
    </dsp:sp>
    <dsp:sp modelId="{76DF7524-118F-4A3C-8039-C7730AC993D2}">
      <dsp:nvSpPr>
        <dsp:cNvPr id="0" name=""/>
        <dsp:cNvSpPr/>
      </dsp:nvSpPr>
      <dsp:spPr>
        <a:xfrm>
          <a:off x="3585608" y="3128277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741475" y="2427458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996380" y="2647981"/>
        <a:ext cx="1028345" cy="889639"/>
      </dsp:txXfrm>
    </dsp:sp>
    <dsp:sp modelId="{6A5105C0-DF27-4B27-8885-6430EAC6309F}">
      <dsp:nvSpPr>
        <dsp:cNvPr id="0" name=""/>
        <dsp:cNvSpPr/>
      </dsp:nvSpPr>
      <dsp:spPr>
        <a:xfrm>
          <a:off x="2161406" y="326194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330808" y="324683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585713" y="3467357"/>
        <a:ext cx="1028345" cy="889639"/>
      </dsp:txXfrm>
    </dsp:sp>
    <dsp:sp modelId="{49B31C55-29E4-4F65-B048-7407A37441AB}">
      <dsp:nvSpPr>
        <dsp:cNvPr id="0" name=""/>
        <dsp:cNvSpPr/>
      </dsp:nvSpPr>
      <dsp:spPr>
        <a:xfrm>
          <a:off x="1321380" y="212168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913592" y="242837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68497" y="2648897"/>
        <a:ext cx="1028345" cy="889639"/>
      </dsp:txXfrm>
    </dsp:sp>
    <dsp:sp modelId="{C5A425D9-4151-4A77-AD71-BFDEBC1E8358}">
      <dsp:nvSpPr>
        <dsp:cNvPr id="0" name=""/>
        <dsp:cNvSpPr/>
      </dsp:nvSpPr>
      <dsp:spPr>
        <a:xfrm>
          <a:off x="913592" y="816629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68497" y="1037152"/>
        <a:ext cx="1028345" cy="8896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 Prep</a:t>
          </a:r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547" y="6329758"/>
            <a:ext cx="2364503" cy="455650"/>
          </a:xfrm>
        </p:spPr>
        <p:txBody>
          <a:bodyPr>
            <a:normAutofit fontScale="70000" lnSpcReduction="20000"/>
          </a:bodyPr>
          <a:lstStyle/>
          <a:p>
            <a:r>
              <a:rPr lang="en-US" sz="1500" dirty="0"/>
              <a:t>What is the problem and why</a:t>
            </a:r>
          </a:p>
          <a:p>
            <a:r>
              <a:rPr lang="en-US" altLang="zh-CN" sz="1500" dirty="0"/>
              <a:t>Women in the migration</a:t>
            </a:r>
            <a:endParaRPr lang="en-US" sz="15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207" y="1397420"/>
            <a:ext cx="2269375" cy="1191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2375990"/>
              </p:ext>
            </p:extLst>
          </p:nvPr>
        </p:nvGraphicFramePr>
        <p:xfrm>
          <a:off x="6770569" y="1821369"/>
          <a:ext cx="6193224" cy="457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379E69-1A2C-A431-2445-45C07F7232B2}"/>
              </a:ext>
            </a:extLst>
          </p:cNvPr>
          <p:cNvSpPr txBox="1">
            <a:spLocks/>
          </p:cNvSpPr>
          <p:nvPr/>
        </p:nvSpPr>
        <p:spPr>
          <a:xfrm>
            <a:off x="323439" y="2588544"/>
            <a:ext cx="7138410" cy="3251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Business: </a:t>
            </a:r>
          </a:p>
          <a:p>
            <a:pPr lvl="1"/>
            <a:r>
              <a:rPr lang="en-US" sz="1600" dirty="0"/>
              <a:t>Buy mortgage from lenders across the U.S., give lenders cash to make more home loans.</a:t>
            </a:r>
          </a:p>
          <a:p>
            <a:pPr lvl="1"/>
            <a:r>
              <a:rPr lang="en-US" sz="1600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sz="1600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sz="1600" dirty="0"/>
              <a:t>Chartered by the Congress in 1938, under federal conservatorship in 2008. </a:t>
            </a:r>
          </a:p>
          <a:p>
            <a:pPr lvl="1"/>
            <a:r>
              <a:rPr lang="en-US" sz="1600" dirty="0"/>
              <a:t>Hold $4.3 trillion assets,  financed 25%  homes in the U.S.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11441"/>
            <a:ext cx="10515600" cy="1325563"/>
          </a:xfrm>
        </p:spPr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204849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114" y="3063876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2334256" y="242684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63698-66A8-108C-94D6-43284B120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88" y="2398611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602E8-F311-D5EB-0349-5E5FF992C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064" y="3691313"/>
            <a:ext cx="1388533" cy="104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7BABC-73FF-17A8-86F9-905F442F4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3886" y="3759799"/>
            <a:ext cx="1253067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47517D-7D0A-30F0-A5C2-3BF87FF00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8" y="5037177"/>
            <a:ext cx="1580274" cy="9398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DBA27B-B3D6-2D04-E029-B9D763561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0128" y="3759799"/>
            <a:ext cx="1531814" cy="708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9811D6-30DE-53EC-DF81-C0AC4D13C5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6970" y="5125343"/>
            <a:ext cx="1514018" cy="85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7EF65C-5FE5-2B72-10BD-5E19F6412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9259" y="5037177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263996" cy="7560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83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5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7408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8482" y="393798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9265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3853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91930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382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3820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98502" cy="1620109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principal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23D-7673-2041-07A0-521239F2C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04" y="4538754"/>
            <a:ext cx="1877291" cy="769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6EACAE-1004-E9DC-CA1A-FB10E447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649" y="3429000"/>
            <a:ext cx="2143471" cy="803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21571-6C47-35FD-E238-C0832FA8A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649" y="5699186"/>
            <a:ext cx="2862262" cy="9667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FCA9D42-51EA-5474-F2EF-B8477B8995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929595" y="3830578"/>
            <a:ext cx="2012054" cy="10930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98FCAB-E404-5D5F-C627-AA2F47C5D15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929595" y="4923599"/>
            <a:ext cx="2012054" cy="12589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step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394662" y="2735207"/>
            <a:ext cx="2233762" cy="2019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/>
              <a:t>tidyverse</a:t>
            </a:r>
            <a:r>
              <a:rPr lang="en-US" altLang="zh-CN" sz="1400" dirty="0"/>
              <a:t>, </a:t>
            </a:r>
          </a:p>
          <a:p>
            <a:r>
              <a:rPr lang="en-US" altLang="zh-CN" sz="1400" dirty="0"/>
              <a:t>arsenal,</a:t>
            </a:r>
          </a:p>
          <a:p>
            <a:r>
              <a:rPr lang="en-US" altLang="zh-CN" sz="1400" dirty="0"/>
              <a:t>Haven</a:t>
            </a:r>
          </a:p>
          <a:p>
            <a:r>
              <a:rPr lang="en-US" altLang="zh-CN" sz="1400" dirty="0" err="1"/>
              <a:t>aod</a:t>
            </a:r>
            <a:endParaRPr lang="en-US" altLang="zh-CN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803156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  <a:p>
            <a:r>
              <a:rPr lang="en-US" dirty="0"/>
              <a:t>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ECFF5F-7E6B-3A14-B2C2-D35D2321B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608" y="4484475"/>
            <a:ext cx="992039" cy="1144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F3DE97-2BF3-6370-2910-9EC6BFBDB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6401" y="4484287"/>
            <a:ext cx="992038" cy="1144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A7DAA-39B8-55AE-62E8-E2134140C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504" y="4484156"/>
            <a:ext cx="992039" cy="1144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1C17C3-0277-13D6-6733-E29B4F8BF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662" y="5799400"/>
            <a:ext cx="1244595" cy="7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41E-F049-D077-48A8-B5103E71C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6F7C-9245-9A2E-BF93-EE4A29AC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SAS vs 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B8210-9BEF-F85B-9305-889B95E75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63BF11-78B9-1FF3-9DD3-77DC3D00F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086417"/>
              </p:ext>
            </p:extLst>
          </p:nvPr>
        </p:nvGraphicFramePr>
        <p:xfrm>
          <a:off x="1091721" y="34290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503628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392007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19897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39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194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143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19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87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97" y="3122763"/>
            <a:ext cx="8313294" cy="292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378" y="2941313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7457" y="5275987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2592" y="2468880"/>
            <a:ext cx="2499360" cy="2499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71E686-A93C-9DA4-DA8D-FD7AA5F5B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678" y="2500145"/>
            <a:ext cx="2415264" cy="2436829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91DA0FC-43EF-7ABC-7992-5B39D45AF52D}"/>
              </a:ext>
            </a:extLst>
          </p:cNvPr>
          <p:cNvSpPr txBox="1">
            <a:spLocks/>
          </p:cNvSpPr>
          <p:nvPr/>
        </p:nvSpPr>
        <p:spPr>
          <a:xfrm>
            <a:off x="3431234" y="5275986"/>
            <a:ext cx="1682151" cy="332423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My LinkedIn</a:t>
            </a:r>
          </a:p>
        </p:txBody>
      </p:sp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3750</TotalTime>
  <Words>830</Words>
  <Application>Microsoft Office PowerPoint</Application>
  <PresentationFormat>Widescreen</PresentationFormat>
  <Paragraphs>137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SAS vs R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46</cp:revision>
  <dcterms:created xsi:type="dcterms:W3CDTF">2026-09-28T02:18:07Z</dcterms:created>
  <dcterms:modified xsi:type="dcterms:W3CDTF">2026-10-23T22:56:47Z</dcterms:modified>
</cp:coreProperties>
</file>