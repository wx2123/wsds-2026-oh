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57" r:id="rId4"/>
    <p:sldId id="258" r:id="rId5"/>
    <p:sldId id="259" r:id="rId6"/>
    <p:sldId id="271" r:id="rId7"/>
    <p:sldId id="270" r:id="rId8"/>
    <p:sldId id="269" r:id="rId9"/>
    <p:sldId id="265" r:id="rId10"/>
    <p:sldId id="266" r:id="rId11"/>
    <p:sldId id="267" r:id="rId12"/>
    <p:sldId id="260" r:id="rId13"/>
    <p:sldId id="261" r:id="rId14"/>
    <p:sldId id="263" r:id="rId15"/>
    <p:sldId id="262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9" d="100"/>
          <a:sy n="89" d="100"/>
        </p:scale>
        <p:origin x="36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C82EFBF-7107-494A-8AAB-7C60D9A18C52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5F06DD9-2FFF-4343-814C-B31E3889ACCB}">
      <dgm:prSet phldrT="[Text]" phldr="0"/>
      <dgm:spPr/>
      <dgm:t>
        <a:bodyPr/>
        <a:lstStyle/>
        <a:p>
          <a:r>
            <a:rPr lang="en-US" dirty="0"/>
            <a:t>Data</a:t>
          </a:r>
        </a:p>
      </dgm:t>
    </dgm:pt>
    <dgm:pt modelId="{3D5B19E5-87A6-4D3B-9B61-5918DF25FDF0}" type="parTrans" cxnId="{B1D4D4C1-723D-4F84-B522-078EBCE805CC}">
      <dgm:prSet/>
      <dgm:spPr/>
      <dgm:t>
        <a:bodyPr/>
        <a:lstStyle/>
        <a:p>
          <a:endParaRPr lang="en-US"/>
        </a:p>
      </dgm:t>
    </dgm:pt>
    <dgm:pt modelId="{D670B910-3613-4ABD-B4EF-F8302081AD61}" type="sibTrans" cxnId="{B1D4D4C1-723D-4F84-B522-078EBCE805CC}">
      <dgm:prSet/>
      <dgm:spPr/>
      <dgm:t>
        <a:bodyPr/>
        <a:lstStyle/>
        <a:p>
          <a:endParaRPr lang="en-US"/>
        </a:p>
      </dgm:t>
    </dgm:pt>
    <dgm:pt modelId="{97EF6E1C-BA7C-4636-98C5-BAF25E72A9EA}">
      <dgm:prSet phldrT="[Text]" phldr="0"/>
      <dgm:spPr/>
      <dgm:t>
        <a:bodyPr/>
        <a:lstStyle/>
        <a:p>
          <a:r>
            <a:rPr lang="en-US" dirty="0"/>
            <a:t>model</a:t>
          </a:r>
        </a:p>
      </dgm:t>
    </dgm:pt>
    <dgm:pt modelId="{CC6E4465-715C-44B9-8F5A-A614F0AF83EB}" type="parTrans" cxnId="{C83ED522-35C7-4177-8D72-358078CACD54}">
      <dgm:prSet/>
      <dgm:spPr/>
      <dgm:t>
        <a:bodyPr/>
        <a:lstStyle/>
        <a:p>
          <a:endParaRPr lang="en-US"/>
        </a:p>
      </dgm:t>
    </dgm:pt>
    <dgm:pt modelId="{9AE711F1-83FF-473B-9D0A-AB57E372EB08}" type="sibTrans" cxnId="{C83ED522-35C7-4177-8D72-358078CACD54}">
      <dgm:prSet/>
      <dgm:spPr/>
      <dgm:t>
        <a:bodyPr/>
        <a:lstStyle/>
        <a:p>
          <a:endParaRPr lang="en-US"/>
        </a:p>
      </dgm:t>
    </dgm:pt>
    <dgm:pt modelId="{5A9BC8F0-D7E0-407D-82A5-3EE52FE05DF5}">
      <dgm:prSet phldrT="[Text]" phldr="0"/>
      <dgm:spPr/>
      <dgm:t>
        <a:bodyPr/>
        <a:lstStyle/>
        <a:p>
          <a:r>
            <a:rPr lang="en-US" dirty="0"/>
            <a:t>output</a:t>
          </a:r>
        </a:p>
      </dgm:t>
    </dgm:pt>
    <dgm:pt modelId="{B5075FD9-CDA1-4398-AB61-C112EF4FC073}" type="parTrans" cxnId="{32D180CA-215D-4D8E-BC5A-ECBB7F3838EE}">
      <dgm:prSet/>
      <dgm:spPr/>
      <dgm:t>
        <a:bodyPr/>
        <a:lstStyle/>
        <a:p>
          <a:endParaRPr lang="en-US"/>
        </a:p>
      </dgm:t>
    </dgm:pt>
    <dgm:pt modelId="{D954C522-4F7C-4CC3-8C16-5B8309720BC8}" type="sibTrans" cxnId="{32D180CA-215D-4D8E-BC5A-ECBB7F3838EE}">
      <dgm:prSet/>
      <dgm:spPr/>
      <dgm:t>
        <a:bodyPr/>
        <a:lstStyle/>
        <a:p>
          <a:endParaRPr lang="en-US"/>
        </a:p>
      </dgm:t>
    </dgm:pt>
    <dgm:pt modelId="{544E611A-A92D-47AE-8209-1291FA008FC7}">
      <dgm:prSet phldrT="[Text]" phldr="0"/>
      <dgm:spPr/>
      <dgm:t>
        <a:bodyPr/>
        <a:lstStyle/>
        <a:p>
          <a:r>
            <a:rPr lang="en-US"/>
            <a:t>Data Prep</a:t>
          </a:r>
          <a:endParaRPr lang="en-US" dirty="0"/>
        </a:p>
      </dgm:t>
    </dgm:pt>
    <dgm:pt modelId="{257DBADF-88C0-492E-A62A-4A73B487F3F0}" type="parTrans" cxnId="{437ACB81-26B8-4C36-928C-DE8051A9AA85}">
      <dgm:prSet/>
      <dgm:spPr/>
      <dgm:t>
        <a:bodyPr/>
        <a:lstStyle/>
        <a:p>
          <a:endParaRPr lang="en-US"/>
        </a:p>
      </dgm:t>
    </dgm:pt>
    <dgm:pt modelId="{581760DF-0F87-43C8-AF78-7383A1D234FB}" type="sibTrans" cxnId="{437ACB81-26B8-4C36-928C-DE8051A9AA85}">
      <dgm:prSet/>
      <dgm:spPr/>
      <dgm:t>
        <a:bodyPr/>
        <a:lstStyle/>
        <a:p>
          <a:endParaRPr lang="en-US"/>
        </a:p>
      </dgm:t>
    </dgm:pt>
    <dgm:pt modelId="{7047978F-7B94-453E-9392-49241B4E3952}" type="pres">
      <dgm:prSet presAssocID="{CC82EFBF-7107-494A-8AAB-7C60D9A18C52}" presName="CompostProcess" presStyleCnt="0">
        <dgm:presLayoutVars>
          <dgm:dir/>
          <dgm:resizeHandles val="exact"/>
        </dgm:presLayoutVars>
      </dgm:prSet>
      <dgm:spPr/>
    </dgm:pt>
    <dgm:pt modelId="{E8E2B53E-EF74-4B45-95E3-9B5C82B1340C}" type="pres">
      <dgm:prSet presAssocID="{CC82EFBF-7107-494A-8AAB-7C60D9A18C52}" presName="arrow" presStyleLbl="bgShp" presStyleIdx="0" presStyleCnt="1"/>
      <dgm:spPr/>
    </dgm:pt>
    <dgm:pt modelId="{A97DD83C-6A98-4091-B61C-9812DDC6BF82}" type="pres">
      <dgm:prSet presAssocID="{CC82EFBF-7107-494A-8AAB-7C60D9A18C52}" presName="linearProcess" presStyleCnt="0"/>
      <dgm:spPr/>
    </dgm:pt>
    <dgm:pt modelId="{B5819A44-3F39-4942-91AB-6CD9827FCCA5}" type="pres">
      <dgm:prSet presAssocID="{D5F06DD9-2FFF-4343-814C-B31E3889ACCB}" presName="textNode" presStyleLbl="node1" presStyleIdx="0" presStyleCnt="4">
        <dgm:presLayoutVars>
          <dgm:bulletEnabled val="1"/>
        </dgm:presLayoutVars>
      </dgm:prSet>
      <dgm:spPr/>
    </dgm:pt>
    <dgm:pt modelId="{13E00F69-C04D-459C-9C6D-52BAA6ABF799}" type="pres">
      <dgm:prSet presAssocID="{D670B910-3613-4ABD-B4EF-F8302081AD61}" presName="sibTrans" presStyleCnt="0"/>
      <dgm:spPr/>
    </dgm:pt>
    <dgm:pt modelId="{02C6F657-DC22-4874-B839-ED01F19A363A}" type="pres">
      <dgm:prSet presAssocID="{544E611A-A92D-47AE-8209-1291FA008FC7}" presName="textNode" presStyleLbl="node1" presStyleIdx="1" presStyleCnt="4">
        <dgm:presLayoutVars>
          <dgm:bulletEnabled val="1"/>
        </dgm:presLayoutVars>
      </dgm:prSet>
      <dgm:spPr/>
    </dgm:pt>
    <dgm:pt modelId="{8A421316-76C1-42B6-99E9-1E657EFF2B4A}" type="pres">
      <dgm:prSet presAssocID="{581760DF-0F87-43C8-AF78-7383A1D234FB}" presName="sibTrans" presStyleCnt="0"/>
      <dgm:spPr/>
    </dgm:pt>
    <dgm:pt modelId="{C00E62EC-C631-4907-A6A9-ACFBFA247E6A}" type="pres">
      <dgm:prSet presAssocID="{97EF6E1C-BA7C-4636-98C5-BAF25E72A9EA}" presName="textNode" presStyleLbl="node1" presStyleIdx="2" presStyleCnt="4">
        <dgm:presLayoutVars>
          <dgm:bulletEnabled val="1"/>
        </dgm:presLayoutVars>
      </dgm:prSet>
      <dgm:spPr/>
    </dgm:pt>
    <dgm:pt modelId="{990CDBD4-F756-4EED-8B52-90FCFB437DE4}" type="pres">
      <dgm:prSet presAssocID="{9AE711F1-83FF-473B-9D0A-AB57E372EB08}" presName="sibTrans" presStyleCnt="0"/>
      <dgm:spPr/>
    </dgm:pt>
    <dgm:pt modelId="{2B39B381-C3F6-40EF-9153-96AC0478B650}" type="pres">
      <dgm:prSet presAssocID="{5A9BC8F0-D7E0-407D-82A5-3EE52FE05DF5}" presName="textNode" presStyleLbl="node1" presStyleIdx="3" presStyleCnt="4">
        <dgm:presLayoutVars>
          <dgm:bulletEnabled val="1"/>
        </dgm:presLayoutVars>
      </dgm:prSet>
      <dgm:spPr/>
    </dgm:pt>
  </dgm:ptLst>
  <dgm:cxnLst>
    <dgm:cxn modelId="{C83ED522-35C7-4177-8D72-358078CACD54}" srcId="{CC82EFBF-7107-494A-8AAB-7C60D9A18C52}" destId="{97EF6E1C-BA7C-4636-98C5-BAF25E72A9EA}" srcOrd="2" destOrd="0" parTransId="{CC6E4465-715C-44B9-8F5A-A614F0AF83EB}" sibTransId="{9AE711F1-83FF-473B-9D0A-AB57E372EB08}"/>
    <dgm:cxn modelId="{A12B8D56-7091-4E96-B4DA-9B12CBF3D848}" type="presOf" srcId="{544E611A-A92D-47AE-8209-1291FA008FC7}" destId="{02C6F657-DC22-4874-B839-ED01F19A363A}" srcOrd="0" destOrd="0" presId="urn:microsoft.com/office/officeart/2005/8/layout/hProcess9"/>
    <dgm:cxn modelId="{8BE6B87B-BB74-499A-AA04-C383BD12B3AC}" type="presOf" srcId="{D5F06DD9-2FFF-4343-814C-B31E3889ACCB}" destId="{B5819A44-3F39-4942-91AB-6CD9827FCCA5}" srcOrd="0" destOrd="0" presId="urn:microsoft.com/office/officeart/2005/8/layout/hProcess9"/>
    <dgm:cxn modelId="{437ACB81-26B8-4C36-928C-DE8051A9AA85}" srcId="{CC82EFBF-7107-494A-8AAB-7C60D9A18C52}" destId="{544E611A-A92D-47AE-8209-1291FA008FC7}" srcOrd="1" destOrd="0" parTransId="{257DBADF-88C0-492E-A62A-4A73B487F3F0}" sibTransId="{581760DF-0F87-43C8-AF78-7383A1D234FB}"/>
    <dgm:cxn modelId="{F2F10E88-2076-4B33-A6FD-7D9F58D19910}" type="presOf" srcId="{97EF6E1C-BA7C-4636-98C5-BAF25E72A9EA}" destId="{C00E62EC-C631-4907-A6A9-ACFBFA247E6A}" srcOrd="0" destOrd="0" presId="urn:microsoft.com/office/officeart/2005/8/layout/hProcess9"/>
    <dgm:cxn modelId="{F8063FC1-6BD8-4162-8CB9-8D3139B06914}" type="presOf" srcId="{CC82EFBF-7107-494A-8AAB-7C60D9A18C52}" destId="{7047978F-7B94-453E-9392-49241B4E3952}" srcOrd="0" destOrd="0" presId="urn:microsoft.com/office/officeart/2005/8/layout/hProcess9"/>
    <dgm:cxn modelId="{B1D4D4C1-723D-4F84-B522-078EBCE805CC}" srcId="{CC82EFBF-7107-494A-8AAB-7C60D9A18C52}" destId="{D5F06DD9-2FFF-4343-814C-B31E3889ACCB}" srcOrd="0" destOrd="0" parTransId="{3D5B19E5-87A6-4D3B-9B61-5918DF25FDF0}" sibTransId="{D670B910-3613-4ABD-B4EF-F8302081AD61}"/>
    <dgm:cxn modelId="{32D180CA-215D-4D8E-BC5A-ECBB7F3838EE}" srcId="{CC82EFBF-7107-494A-8AAB-7C60D9A18C52}" destId="{5A9BC8F0-D7E0-407D-82A5-3EE52FE05DF5}" srcOrd="3" destOrd="0" parTransId="{B5075FD9-CDA1-4398-AB61-C112EF4FC073}" sibTransId="{D954C522-4F7C-4CC3-8C16-5B8309720BC8}"/>
    <dgm:cxn modelId="{DFB6F8FE-B388-4003-A03F-230FB289B3D0}" type="presOf" srcId="{5A9BC8F0-D7E0-407D-82A5-3EE52FE05DF5}" destId="{2B39B381-C3F6-40EF-9153-96AC0478B650}" srcOrd="0" destOrd="0" presId="urn:microsoft.com/office/officeart/2005/8/layout/hProcess9"/>
    <dgm:cxn modelId="{A8BE6ECB-571B-444C-9AED-028DA600BB12}" type="presParOf" srcId="{7047978F-7B94-453E-9392-49241B4E3952}" destId="{E8E2B53E-EF74-4B45-95E3-9B5C82B1340C}" srcOrd="0" destOrd="0" presId="urn:microsoft.com/office/officeart/2005/8/layout/hProcess9"/>
    <dgm:cxn modelId="{FF50508F-C8D3-41DC-B2DA-A7CB897F377C}" type="presParOf" srcId="{7047978F-7B94-453E-9392-49241B4E3952}" destId="{A97DD83C-6A98-4091-B61C-9812DDC6BF82}" srcOrd="1" destOrd="0" presId="urn:microsoft.com/office/officeart/2005/8/layout/hProcess9"/>
    <dgm:cxn modelId="{E5C7D865-914A-43F9-A8E5-5D6486FF9CC7}" type="presParOf" srcId="{A97DD83C-6A98-4091-B61C-9812DDC6BF82}" destId="{B5819A44-3F39-4942-91AB-6CD9827FCCA5}" srcOrd="0" destOrd="0" presId="urn:microsoft.com/office/officeart/2005/8/layout/hProcess9"/>
    <dgm:cxn modelId="{F0ECEBC4-E961-4C18-9E84-E14A33C433CD}" type="presParOf" srcId="{A97DD83C-6A98-4091-B61C-9812DDC6BF82}" destId="{13E00F69-C04D-459C-9C6D-52BAA6ABF799}" srcOrd="1" destOrd="0" presId="urn:microsoft.com/office/officeart/2005/8/layout/hProcess9"/>
    <dgm:cxn modelId="{5168CB5F-752A-4896-A6CC-0217EAC4E0A5}" type="presParOf" srcId="{A97DD83C-6A98-4091-B61C-9812DDC6BF82}" destId="{02C6F657-DC22-4874-B839-ED01F19A363A}" srcOrd="2" destOrd="0" presId="urn:microsoft.com/office/officeart/2005/8/layout/hProcess9"/>
    <dgm:cxn modelId="{0A24029F-0FBA-4B53-81C3-8E968BE3D3DE}" type="presParOf" srcId="{A97DD83C-6A98-4091-B61C-9812DDC6BF82}" destId="{8A421316-76C1-42B6-99E9-1E657EFF2B4A}" srcOrd="3" destOrd="0" presId="urn:microsoft.com/office/officeart/2005/8/layout/hProcess9"/>
    <dgm:cxn modelId="{2E504A25-CAB0-4E1D-9DC9-10476FD2A1EB}" type="presParOf" srcId="{A97DD83C-6A98-4091-B61C-9812DDC6BF82}" destId="{C00E62EC-C631-4907-A6A9-ACFBFA247E6A}" srcOrd="4" destOrd="0" presId="urn:microsoft.com/office/officeart/2005/8/layout/hProcess9"/>
    <dgm:cxn modelId="{293D8225-2230-46AA-9AD0-D4BDB887B88F}" type="presParOf" srcId="{A97DD83C-6A98-4091-B61C-9812DDC6BF82}" destId="{990CDBD4-F756-4EED-8B52-90FCFB437DE4}" srcOrd="5" destOrd="0" presId="urn:microsoft.com/office/officeart/2005/8/layout/hProcess9"/>
    <dgm:cxn modelId="{E17C0112-6E1D-4442-982B-6F457DF83C11}" type="presParOf" srcId="{A97DD83C-6A98-4091-B61C-9812DDC6BF82}" destId="{2B39B381-C3F6-40EF-9153-96AC0478B650}" srcOrd="6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A2BAD2F-C6BD-42BE-B521-AEF54FC35A84}" type="doc">
      <dgm:prSet loTypeId="urn:microsoft.com/office/officeart/2005/8/layout/process4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3BCB48E-6580-4F8C-BE41-3AA9365A60D9}">
      <dgm:prSet phldrT="[Text]" phldr="0"/>
      <dgm:spPr/>
      <dgm:t>
        <a:bodyPr/>
        <a:lstStyle/>
        <a:p>
          <a:r>
            <a:rPr lang="en-US" dirty="0"/>
            <a:t>data</a:t>
          </a:r>
        </a:p>
      </dgm:t>
    </dgm:pt>
    <dgm:pt modelId="{B0CACA04-FF4B-4401-8ABA-31A959DBA274}" type="parTrans" cxnId="{5EE3CE6B-1BC3-4914-8195-D031D88D80EA}">
      <dgm:prSet/>
      <dgm:spPr/>
      <dgm:t>
        <a:bodyPr/>
        <a:lstStyle/>
        <a:p>
          <a:endParaRPr lang="en-US"/>
        </a:p>
      </dgm:t>
    </dgm:pt>
    <dgm:pt modelId="{FEF831AA-DFBB-444E-A754-ECA5184B54C1}" type="sibTrans" cxnId="{5EE3CE6B-1BC3-4914-8195-D031D88D80EA}">
      <dgm:prSet/>
      <dgm:spPr/>
      <dgm:t>
        <a:bodyPr/>
        <a:lstStyle/>
        <a:p>
          <a:endParaRPr lang="en-US"/>
        </a:p>
      </dgm:t>
    </dgm:pt>
    <dgm:pt modelId="{4D5FDF7B-8E5D-49C4-BF8A-4283C1AF15F7}">
      <dgm:prSet phldrT="[Text]" phldr="1"/>
      <dgm:spPr/>
      <dgm:t>
        <a:bodyPr/>
        <a:lstStyle/>
        <a:p>
          <a:endParaRPr lang="en-US" dirty="0"/>
        </a:p>
      </dgm:t>
    </dgm:pt>
    <dgm:pt modelId="{70FA3552-5DE9-4E6F-814C-2B2767A67D72}" type="parTrans" cxnId="{0D12DDB1-6A2C-421E-80E3-00AADB916462}">
      <dgm:prSet/>
      <dgm:spPr/>
      <dgm:t>
        <a:bodyPr/>
        <a:lstStyle/>
        <a:p>
          <a:endParaRPr lang="en-US"/>
        </a:p>
      </dgm:t>
    </dgm:pt>
    <dgm:pt modelId="{40C368F5-C26D-4CB0-A6E6-F3D4AE19313E}" type="sibTrans" cxnId="{0D12DDB1-6A2C-421E-80E3-00AADB916462}">
      <dgm:prSet/>
      <dgm:spPr/>
      <dgm:t>
        <a:bodyPr/>
        <a:lstStyle/>
        <a:p>
          <a:endParaRPr lang="en-US"/>
        </a:p>
      </dgm:t>
    </dgm:pt>
    <dgm:pt modelId="{9BF7C278-0898-4F75-B99B-942AA4A4EF6A}">
      <dgm:prSet phldrT="[Text]" phldr="1"/>
      <dgm:spPr/>
      <dgm:t>
        <a:bodyPr/>
        <a:lstStyle/>
        <a:p>
          <a:endParaRPr lang="en-US"/>
        </a:p>
      </dgm:t>
    </dgm:pt>
    <dgm:pt modelId="{81152DB3-B3FA-4DF7-941F-A2DDF2884AC1}" type="parTrans" cxnId="{207A89ED-9122-4A7F-BD2E-5F3EF94A01A3}">
      <dgm:prSet/>
      <dgm:spPr/>
      <dgm:t>
        <a:bodyPr/>
        <a:lstStyle/>
        <a:p>
          <a:endParaRPr lang="en-US"/>
        </a:p>
      </dgm:t>
    </dgm:pt>
    <dgm:pt modelId="{BFAF05C8-0DA3-4812-8872-22E4C7282464}" type="sibTrans" cxnId="{207A89ED-9122-4A7F-BD2E-5F3EF94A01A3}">
      <dgm:prSet/>
      <dgm:spPr/>
      <dgm:t>
        <a:bodyPr/>
        <a:lstStyle/>
        <a:p>
          <a:endParaRPr lang="en-US"/>
        </a:p>
      </dgm:t>
    </dgm:pt>
    <dgm:pt modelId="{F9669802-F6C7-42E4-9E84-8C855085DAFD}">
      <dgm:prSet phldrT="[Text]" phldr="0"/>
      <dgm:spPr/>
      <dgm:t>
        <a:bodyPr/>
        <a:lstStyle/>
        <a:p>
          <a:r>
            <a:rPr lang="en-US" dirty="0"/>
            <a:t>model</a:t>
          </a:r>
        </a:p>
      </dgm:t>
    </dgm:pt>
    <dgm:pt modelId="{5E013583-8383-46B4-AE62-E53F2FD865B9}" type="parTrans" cxnId="{4CFFC550-A101-4408-A8D0-7727C352BC58}">
      <dgm:prSet/>
      <dgm:spPr/>
      <dgm:t>
        <a:bodyPr/>
        <a:lstStyle/>
        <a:p>
          <a:endParaRPr lang="en-US"/>
        </a:p>
      </dgm:t>
    </dgm:pt>
    <dgm:pt modelId="{83C51DC6-1228-4932-9BCD-9D4C9B875A74}" type="sibTrans" cxnId="{4CFFC550-A101-4408-A8D0-7727C352BC58}">
      <dgm:prSet/>
      <dgm:spPr/>
      <dgm:t>
        <a:bodyPr/>
        <a:lstStyle/>
        <a:p>
          <a:endParaRPr lang="en-US"/>
        </a:p>
      </dgm:t>
    </dgm:pt>
    <dgm:pt modelId="{0D750001-9FA8-4C1E-A34C-D76EACEA1613}">
      <dgm:prSet phldrT="[Text]" phldr="1"/>
      <dgm:spPr/>
      <dgm:t>
        <a:bodyPr/>
        <a:lstStyle/>
        <a:p>
          <a:endParaRPr lang="en-US"/>
        </a:p>
      </dgm:t>
    </dgm:pt>
    <dgm:pt modelId="{C475E581-B421-4FF2-ABDC-046722B52890}" type="parTrans" cxnId="{95E8356C-9F4F-43C9-8F35-41A1355D4295}">
      <dgm:prSet/>
      <dgm:spPr/>
      <dgm:t>
        <a:bodyPr/>
        <a:lstStyle/>
        <a:p>
          <a:endParaRPr lang="en-US"/>
        </a:p>
      </dgm:t>
    </dgm:pt>
    <dgm:pt modelId="{3681BA6B-9182-4241-9830-57D5101C167B}" type="sibTrans" cxnId="{95E8356C-9F4F-43C9-8F35-41A1355D4295}">
      <dgm:prSet/>
      <dgm:spPr/>
      <dgm:t>
        <a:bodyPr/>
        <a:lstStyle/>
        <a:p>
          <a:endParaRPr lang="en-US"/>
        </a:p>
      </dgm:t>
    </dgm:pt>
    <dgm:pt modelId="{6F0EC70C-ECE9-45D9-A0C8-CCAF3C6C95CE}">
      <dgm:prSet phldrT="[Text]" phldr="1"/>
      <dgm:spPr/>
      <dgm:t>
        <a:bodyPr/>
        <a:lstStyle/>
        <a:p>
          <a:endParaRPr lang="en-US"/>
        </a:p>
      </dgm:t>
    </dgm:pt>
    <dgm:pt modelId="{7DEA2ADC-C1BB-4666-8E2F-C53381C4827F}" type="parTrans" cxnId="{58AB408D-2DAC-447B-9284-969667146363}">
      <dgm:prSet/>
      <dgm:spPr/>
      <dgm:t>
        <a:bodyPr/>
        <a:lstStyle/>
        <a:p>
          <a:endParaRPr lang="en-US"/>
        </a:p>
      </dgm:t>
    </dgm:pt>
    <dgm:pt modelId="{1AEDB370-6AA6-40F5-AE9A-43A42136410E}" type="sibTrans" cxnId="{58AB408D-2DAC-447B-9284-969667146363}">
      <dgm:prSet/>
      <dgm:spPr/>
      <dgm:t>
        <a:bodyPr/>
        <a:lstStyle/>
        <a:p>
          <a:endParaRPr lang="en-US"/>
        </a:p>
      </dgm:t>
    </dgm:pt>
    <dgm:pt modelId="{76A53774-2801-4E97-93E7-61F74DECBE9E}">
      <dgm:prSet phldrT="[Text]" phldr="0"/>
      <dgm:spPr/>
      <dgm:t>
        <a:bodyPr/>
        <a:lstStyle/>
        <a:p>
          <a:r>
            <a:rPr lang="en-US" dirty="0"/>
            <a:t>output</a:t>
          </a:r>
        </a:p>
      </dgm:t>
    </dgm:pt>
    <dgm:pt modelId="{5F79598C-043A-45A4-BB8D-3C6E249BFA4A}" type="parTrans" cxnId="{5F8AEEFA-8B15-4D68-B5E9-0850468CD818}">
      <dgm:prSet/>
      <dgm:spPr/>
      <dgm:t>
        <a:bodyPr/>
        <a:lstStyle/>
        <a:p>
          <a:endParaRPr lang="en-US"/>
        </a:p>
      </dgm:t>
    </dgm:pt>
    <dgm:pt modelId="{BD5A7E9E-CC37-4CC8-B307-A23E9359F469}" type="sibTrans" cxnId="{5F8AEEFA-8B15-4D68-B5E9-0850468CD818}">
      <dgm:prSet/>
      <dgm:spPr/>
      <dgm:t>
        <a:bodyPr/>
        <a:lstStyle/>
        <a:p>
          <a:endParaRPr lang="en-US"/>
        </a:p>
      </dgm:t>
    </dgm:pt>
    <dgm:pt modelId="{3FE77D03-5696-4713-8A78-8A718EE78003}">
      <dgm:prSet phldrT="[Text]" phldr="1"/>
      <dgm:spPr/>
      <dgm:t>
        <a:bodyPr/>
        <a:lstStyle/>
        <a:p>
          <a:endParaRPr lang="en-US"/>
        </a:p>
      </dgm:t>
    </dgm:pt>
    <dgm:pt modelId="{64B8C078-BE65-442D-8500-18745D376B86}" type="parTrans" cxnId="{F0F6B33A-3043-4BFF-918C-1D86669DD87F}">
      <dgm:prSet/>
      <dgm:spPr/>
      <dgm:t>
        <a:bodyPr/>
        <a:lstStyle/>
        <a:p>
          <a:endParaRPr lang="en-US"/>
        </a:p>
      </dgm:t>
    </dgm:pt>
    <dgm:pt modelId="{F334CEE4-7D7D-4CCF-8364-431090DAC753}" type="sibTrans" cxnId="{F0F6B33A-3043-4BFF-918C-1D86669DD87F}">
      <dgm:prSet/>
      <dgm:spPr/>
      <dgm:t>
        <a:bodyPr/>
        <a:lstStyle/>
        <a:p>
          <a:endParaRPr lang="en-US"/>
        </a:p>
      </dgm:t>
    </dgm:pt>
    <dgm:pt modelId="{2A01B639-C2A3-4DEC-9117-2CA993083719}">
      <dgm:prSet phldrT="[Text]" phldr="1"/>
      <dgm:spPr/>
      <dgm:t>
        <a:bodyPr/>
        <a:lstStyle/>
        <a:p>
          <a:endParaRPr lang="en-US"/>
        </a:p>
      </dgm:t>
    </dgm:pt>
    <dgm:pt modelId="{376E95F4-953F-4F71-A7BB-15E06A0F327A}" type="parTrans" cxnId="{C9E94C94-225A-4291-9179-9EF3517626B9}">
      <dgm:prSet/>
      <dgm:spPr/>
      <dgm:t>
        <a:bodyPr/>
        <a:lstStyle/>
        <a:p>
          <a:endParaRPr lang="en-US"/>
        </a:p>
      </dgm:t>
    </dgm:pt>
    <dgm:pt modelId="{D97C45CC-F273-4C6E-8FE4-148875F638C2}" type="sibTrans" cxnId="{C9E94C94-225A-4291-9179-9EF3517626B9}">
      <dgm:prSet/>
      <dgm:spPr/>
      <dgm:t>
        <a:bodyPr/>
        <a:lstStyle/>
        <a:p>
          <a:endParaRPr lang="en-US"/>
        </a:p>
      </dgm:t>
    </dgm:pt>
    <dgm:pt modelId="{782FADAD-BC02-407B-B192-AD829DBD0CEE}" type="pres">
      <dgm:prSet presAssocID="{4A2BAD2F-C6BD-42BE-B521-AEF54FC35A84}" presName="Name0" presStyleCnt="0">
        <dgm:presLayoutVars>
          <dgm:dir/>
          <dgm:animLvl val="lvl"/>
          <dgm:resizeHandles val="exact"/>
        </dgm:presLayoutVars>
      </dgm:prSet>
      <dgm:spPr/>
    </dgm:pt>
    <dgm:pt modelId="{9DAD537D-975C-43B3-95EC-5351EF0B9445}" type="pres">
      <dgm:prSet presAssocID="{76A53774-2801-4E97-93E7-61F74DECBE9E}" presName="boxAndChildren" presStyleCnt="0"/>
      <dgm:spPr/>
    </dgm:pt>
    <dgm:pt modelId="{DE09E13C-70B7-4F9C-929A-48776F2A2C22}" type="pres">
      <dgm:prSet presAssocID="{76A53774-2801-4E97-93E7-61F74DECBE9E}" presName="parentTextBox" presStyleLbl="node1" presStyleIdx="0" presStyleCnt="3"/>
      <dgm:spPr/>
    </dgm:pt>
    <dgm:pt modelId="{AEEF2733-1BA1-4F29-B7EC-73CE43B078B7}" type="pres">
      <dgm:prSet presAssocID="{76A53774-2801-4E97-93E7-61F74DECBE9E}" presName="entireBox" presStyleLbl="node1" presStyleIdx="0" presStyleCnt="3"/>
      <dgm:spPr/>
    </dgm:pt>
    <dgm:pt modelId="{2A89B9C6-649B-497A-AE2E-60877CBA8482}" type="pres">
      <dgm:prSet presAssocID="{76A53774-2801-4E97-93E7-61F74DECBE9E}" presName="descendantBox" presStyleCnt="0"/>
      <dgm:spPr/>
    </dgm:pt>
    <dgm:pt modelId="{68DD444A-9F84-4A2B-847B-786807B073EF}" type="pres">
      <dgm:prSet presAssocID="{3FE77D03-5696-4713-8A78-8A718EE78003}" presName="childTextBox" presStyleLbl="fgAccFollowNode1" presStyleIdx="0" presStyleCnt="6">
        <dgm:presLayoutVars>
          <dgm:bulletEnabled val="1"/>
        </dgm:presLayoutVars>
      </dgm:prSet>
      <dgm:spPr/>
    </dgm:pt>
    <dgm:pt modelId="{F69694CA-D69A-4172-9B19-7262ADC7F9A0}" type="pres">
      <dgm:prSet presAssocID="{2A01B639-C2A3-4DEC-9117-2CA993083719}" presName="childTextBox" presStyleLbl="fgAccFollowNode1" presStyleIdx="1" presStyleCnt="6">
        <dgm:presLayoutVars>
          <dgm:bulletEnabled val="1"/>
        </dgm:presLayoutVars>
      </dgm:prSet>
      <dgm:spPr/>
    </dgm:pt>
    <dgm:pt modelId="{F58D45BB-5246-4262-A146-6E70BF6D8F9A}" type="pres">
      <dgm:prSet presAssocID="{83C51DC6-1228-4932-9BCD-9D4C9B875A74}" presName="sp" presStyleCnt="0"/>
      <dgm:spPr/>
    </dgm:pt>
    <dgm:pt modelId="{291ABDFC-781A-44CB-86FC-F070ADC50E99}" type="pres">
      <dgm:prSet presAssocID="{F9669802-F6C7-42E4-9E84-8C855085DAFD}" presName="arrowAndChildren" presStyleCnt="0"/>
      <dgm:spPr/>
    </dgm:pt>
    <dgm:pt modelId="{654CBAA6-FEDB-4439-B88F-18FDC37A7512}" type="pres">
      <dgm:prSet presAssocID="{F9669802-F6C7-42E4-9E84-8C855085DAFD}" presName="parentTextArrow" presStyleLbl="node1" presStyleIdx="0" presStyleCnt="3"/>
      <dgm:spPr/>
    </dgm:pt>
    <dgm:pt modelId="{0180DD5A-4FD6-43F5-9468-4ADD7CE6D895}" type="pres">
      <dgm:prSet presAssocID="{F9669802-F6C7-42E4-9E84-8C855085DAFD}" presName="arrow" presStyleLbl="node1" presStyleIdx="1" presStyleCnt="3"/>
      <dgm:spPr/>
    </dgm:pt>
    <dgm:pt modelId="{853B62ED-CA8E-40D3-9303-0DB43E1A34A7}" type="pres">
      <dgm:prSet presAssocID="{F9669802-F6C7-42E4-9E84-8C855085DAFD}" presName="descendantArrow" presStyleCnt="0"/>
      <dgm:spPr/>
    </dgm:pt>
    <dgm:pt modelId="{73351C8A-9DBA-4076-9F44-98FACFDAB796}" type="pres">
      <dgm:prSet presAssocID="{0D750001-9FA8-4C1E-A34C-D76EACEA1613}" presName="childTextArrow" presStyleLbl="fgAccFollowNode1" presStyleIdx="2" presStyleCnt="6">
        <dgm:presLayoutVars>
          <dgm:bulletEnabled val="1"/>
        </dgm:presLayoutVars>
      </dgm:prSet>
      <dgm:spPr/>
    </dgm:pt>
    <dgm:pt modelId="{6D8E9151-016C-46F6-A9C0-F85547647CBA}" type="pres">
      <dgm:prSet presAssocID="{6F0EC70C-ECE9-45D9-A0C8-CCAF3C6C95CE}" presName="childTextArrow" presStyleLbl="fgAccFollowNode1" presStyleIdx="3" presStyleCnt="6">
        <dgm:presLayoutVars>
          <dgm:bulletEnabled val="1"/>
        </dgm:presLayoutVars>
      </dgm:prSet>
      <dgm:spPr/>
    </dgm:pt>
    <dgm:pt modelId="{3A2057C3-71B2-4C0B-AC69-7E142CFC3AE1}" type="pres">
      <dgm:prSet presAssocID="{FEF831AA-DFBB-444E-A754-ECA5184B54C1}" presName="sp" presStyleCnt="0"/>
      <dgm:spPr/>
    </dgm:pt>
    <dgm:pt modelId="{D43DBCBF-3F7C-4F49-93CD-7BF3312C47BD}" type="pres">
      <dgm:prSet presAssocID="{63BCB48E-6580-4F8C-BE41-3AA9365A60D9}" presName="arrowAndChildren" presStyleCnt="0"/>
      <dgm:spPr/>
    </dgm:pt>
    <dgm:pt modelId="{5718F3BE-4297-4ACC-AAF0-C0795AF8F668}" type="pres">
      <dgm:prSet presAssocID="{63BCB48E-6580-4F8C-BE41-3AA9365A60D9}" presName="parentTextArrow" presStyleLbl="node1" presStyleIdx="1" presStyleCnt="3"/>
      <dgm:spPr/>
    </dgm:pt>
    <dgm:pt modelId="{EFE0E04D-0AEB-4F9D-863C-7C1CE9E4CCE9}" type="pres">
      <dgm:prSet presAssocID="{63BCB48E-6580-4F8C-BE41-3AA9365A60D9}" presName="arrow" presStyleLbl="node1" presStyleIdx="2" presStyleCnt="3" custLinFactNeighborX="77070" custLinFactNeighborY="-1923"/>
      <dgm:spPr/>
    </dgm:pt>
    <dgm:pt modelId="{4593A8AB-72C0-4BE9-B4D5-EF5468C2AF17}" type="pres">
      <dgm:prSet presAssocID="{63BCB48E-6580-4F8C-BE41-3AA9365A60D9}" presName="descendantArrow" presStyleCnt="0"/>
      <dgm:spPr/>
    </dgm:pt>
    <dgm:pt modelId="{4F779B3E-278B-43D9-964C-326D68A80CDA}" type="pres">
      <dgm:prSet presAssocID="{4D5FDF7B-8E5D-49C4-BF8A-4283C1AF15F7}" presName="childTextArrow" presStyleLbl="fgAccFollowNode1" presStyleIdx="4" presStyleCnt="6">
        <dgm:presLayoutVars>
          <dgm:bulletEnabled val="1"/>
        </dgm:presLayoutVars>
      </dgm:prSet>
      <dgm:spPr/>
    </dgm:pt>
    <dgm:pt modelId="{E0EC5BFA-8429-4091-9DC3-692D36C50327}" type="pres">
      <dgm:prSet presAssocID="{9BF7C278-0898-4F75-B99B-942AA4A4EF6A}" presName="childTextArrow" presStyleLbl="fgAccFollowNode1" presStyleIdx="5" presStyleCnt="6">
        <dgm:presLayoutVars>
          <dgm:bulletEnabled val="1"/>
        </dgm:presLayoutVars>
      </dgm:prSet>
      <dgm:spPr/>
    </dgm:pt>
  </dgm:ptLst>
  <dgm:cxnLst>
    <dgm:cxn modelId="{1FC9D100-49EC-480F-BFE7-88AF9BD1BD80}" type="presOf" srcId="{6F0EC70C-ECE9-45D9-A0C8-CCAF3C6C95CE}" destId="{6D8E9151-016C-46F6-A9C0-F85547647CBA}" srcOrd="0" destOrd="0" presId="urn:microsoft.com/office/officeart/2005/8/layout/process4"/>
    <dgm:cxn modelId="{368E440E-E56B-4FFD-9F9E-316C98E7AB92}" type="presOf" srcId="{F9669802-F6C7-42E4-9E84-8C855085DAFD}" destId="{0180DD5A-4FD6-43F5-9468-4ADD7CE6D895}" srcOrd="1" destOrd="0" presId="urn:microsoft.com/office/officeart/2005/8/layout/process4"/>
    <dgm:cxn modelId="{91D5CB15-FE4C-431F-8DD5-D0EBC2CAC08B}" type="presOf" srcId="{3FE77D03-5696-4713-8A78-8A718EE78003}" destId="{68DD444A-9F84-4A2B-847B-786807B073EF}" srcOrd="0" destOrd="0" presId="urn:microsoft.com/office/officeart/2005/8/layout/process4"/>
    <dgm:cxn modelId="{AA57272B-30C8-4D06-8AE6-9A3D84F6E1A1}" type="presOf" srcId="{63BCB48E-6580-4F8C-BE41-3AA9365A60D9}" destId="{5718F3BE-4297-4ACC-AAF0-C0795AF8F668}" srcOrd="0" destOrd="0" presId="urn:microsoft.com/office/officeart/2005/8/layout/process4"/>
    <dgm:cxn modelId="{68AE423A-5027-4B6F-83D9-7EE7586AC6D6}" type="presOf" srcId="{4A2BAD2F-C6BD-42BE-B521-AEF54FC35A84}" destId="{782FADAD-BC02-407B-B192-AD829DBD0CEE}" srcOrd="0" destOrd="0" presId="urn:microsoft.com/office/officeart/2005/8/layout/process4"/>
    <dgm:cxn modelId="{F0F6B33A-3043-4BFF-918C-1D86669DD87F}" srcId="{76A53774-2801-4E97-93E7-61F74DECBE9E}" destId="{3FE77D03-5696-4713-8A78-8A718EE78003}" srcOrd="0" destOrd="0" parTransId="{64B8C078-BE65-442D-8500-18745D376B86}" sibTransId="{F334CEE4-7D7D-4CCF-8364-431090DAC753}"/>
    <dgm:cxn modelId="{98335C3F-D745-44CA-AF94-7A897A3392C2}" type="presOf" srcId="{76A53774-2801-4E97-93E7-61F74DECBE9E}" destId="{AEEF2733-1BA1-4F29-B7EC-73CE43B078B7}" srcOrd="1" destOrd="0" presId="urn:microsoft.com/office/officeart/2005/8/layout/process4"/>
    <dgm:cxn modelId="{F3744F45-F8FB-4A59-9D70-F8B6B160CB4A}" type="presOf" srcId="{63BCB48E-6580-4F8C-BE41-3AA9365A60D9}" destId="{EFE0E04D-0AEB-4F9D-863C-7C1CE9E4CCE9}" srcOrd="1" destOrd="0" presId="urn:microsoft.com/office/officeart/2005/8/layout/process4"/>
    <dgm:cxn modelId="{C9B25847-2E58-4AA3-B510-EFC0F3BF0415}" type="presOf" srcId="{F9669802-F6C7-42E4-9E84-8C855085DAFD}" destId="{654CBAA6-FEDB-4439-B88F-18FDC37A7512}" srcOrd="0" destOrd="0" presId="urn:microsoft.com/office/officeart/2005/8/layout/process4"/>
    <dgm:cxn modelId="{5EE3CE6B-1BC3-4914-8195-D031D88D80EA}" srcId="{4A2BAD2F-C6BD-42BE-B521-AEF54FC35A84}" destId="{63BCB48E-6580-4F8C-BE41-3AA9365A60D9}" srcOrd="0" destOrd="0" parTransId="{B0CACA04-FF4B-4401-8ABA-31A959DBA274}" sibTransId="{FEF831AA-DFBB-444E-A754-ECA5184B54C1}"/>
    <dgm:cxn modelId="{95E8356C-9F4F-43C9-8F35-41A1355D4295}" srcId="{F9669802-F6C7-42E4-9E84-8C855085DAFD}" destId="{0D750001-9FA8-4C1E-A34C-D76EACEA1613}" srcOrd="0" destOrd="0" parTransId="{C475E581-B421-4FF2-ABDC-046722B52890}" sibTransId="{3681BA6B-9182-4241-9830-57D5101C167B}"/>
    <dgm:cxn modelId="{4CFFC550-A101-4408-A8D0-7727C352BC58}" srcId="{4A2BAD2F-C6BD-42BE-B521-AEF54FC35A84}" destId="{F9669802-F6C7-42E4-9E84-8C855085DAFD}" srcOrd="1" destOrd="0" parTransId="{5E013583-8383-46B4-AE62-E53F2FD865B9}" sibTransId="{83C51DC6-1228-4932-9BCD-9D4C9B875A74}"/>
    <dgm:cxn modelId="{325ECD54-02EB-43A2-A273-8ADB4B1A74B1}" type="presOf" srcId="{2A01B639-C2A3-4DEC-9117-2CA993083719}" destId="{F69694CA-D69A-4172-9B19-7262ADC7F9A0}" srcOrd="0" destOrd="0" presId="urn:microsoft.com/office/officeart/2005/8/layout/process4"/>
    <dgm:cxn modelId="{8E190E8B-A77A-4EB6-A5EE-AD2CA830EFA2}" type="presOf" srcId="{4D5FDF7B-8E5D-49C4-BF8A-4283C1AF15F7}" destId="{4F779B3E-278B-43D9-964C-326D68A80CDA}" srcOrd="0" destOrd="0" presId="urn:microsoft.com/office/officeart/2005/8/layout/process4"/>
    <dgm:cxn modelId="{58AB408D-2DAC-447B-9284-969667146363}" srcId="{F9669802-F6C7-42E4-9E84-8C855085DAFD}" destId="{6F0EC70C-ECE9-45D9-A0C8-CCAF3C6C95CE}" srcOrd="1" destOrd="0" parTransId="{7DEA2ADC-C1BB-4666-8E2F-C53381C4827F}" sibTransId="{1AEDB370-6AA6-40F5-AE9A-43A42136410E}"/>
    <dgm:cxn modelId="{C9E94C94-225A-4291-9179-9EF3517626B9}" srcId="{76A53774-2801-4E97-93E7-61F74DECBE9E}" destId="{2A01B639-C2A3-4DEC-9117-2CA993083719}" srcOrd="1" destOrd="0" parTransId="{376E95F4-953F-4F71-A7BB-15E06A0F327A}" sibTransId="{D97C45CC-F273-4C6E-8FE4-148875F638C2}"/>
    <dgm:cxn modelId="{71E292A4-C0C8-4A79-B8FA-D3F2ABBFC01F}" type="presOf" srcId="{76A53774-2801-4E97-93E7-61F74DECBE9E}" destId="{DE09E13C-70B7-4F9C-929A-48776F2A2C22}" srcOrd="0" destOrd="0" presId="urn:microsoft.com/office/officeart/2005/8/layout/process4"/>
    <dgm:cxn modelId="{0D12DDB1-6A2C-421E-80E3-00AADB916462}" srcId="{63BCB48E-6580-4F8C-BE41-3AA9365A60D9}" destId="{4D5FDF7B-8E5D-49C4-BF8A-4283C1AF15F7}" srcOrd="0" destOrd="0" parTransId="{70FA3552-5DE9-4E6F-814C-2B2767A67D72}" sibTransId="{40C368F5-C26D-4CB0-A6E6-F3D4AE19313E}"/>
    <dgm:cxn modelId="{70D8BFCC-91A1-4316-B9BE-0781A5896715}" type="presOf" srcId="{9BF7C278-0898-4F75-B99B-942AA4A4EF6A}" destId="{E0EC5BFA-8429-4091-9DC3-692D36C50327}" srcOrd="0" destOrd="0" presId="urn:microsoft.com/office/officeart/2005/8/layout/process4"/>
    <dgm:cxn modelId="{B60594CF-739F-4EAD-A34E-A583357526DE}" type="presOf" srcId="{0D750001-9FA8-4C1E-A34C-D76EACEA1613}" destId="{73351C8A-9DBA-4076-9F44-98FACFDAB796}" srcOrd="0" destOrd="0" presId="urn:microsoft.com/office/officeart/2005/8/layout/process4"/>
    <dgm:cxn modelId="{207A89ED-9122-4A7F-BD2E-5F3EF94A01A3}" srcId="{63BCB48E-6580-4F8C-BE41-3AA9365A60D9}" destId="{9BF7C278-0898-4F75-B99B-942AA4A4EF6A}" srcOrd="1" destOrd="0" parTransId="{81152DB3-B3FA-4DF7-941F-A2DDF2884AC1}" sibTransId="{BFAF05C8-0DA3-4812-8872-22E4C7282464}"/>
    <dgm:cxn modelId="{5F8AEEFA-8B15-4D68-B5E9-0850468CD818}" srcId="{4A2BAD2F-C6BD-42BE-B521-AEF54FC35A84}" destId="{76A53774-2801-4E97-93E7-61F74DECBE9E}" srcOrd="2" destOrd="0" parTransId="{5F79598C-043A-45A4-BB8D-3C6E249BFA4A}" sibTransId="{BD5A7E9E-CC37-4CC8-B307-A23E9359F469}"/>
    <dgm:cxn modelId="{41723689-7778-4C57-8E8B-CB451C27F2E6}" type="presParOf" srcId="{782FADAD-BC02-407B-B192-AD829DBD0CEE}" destId="{9DAD537D-975C-43B3-95EC-5351EF0B9445}" srcOrd="0" destOrd="0" presId="urn:microsoft.com/office/officeart/2005/8/layout/process4"/>
    <dgm:cxn modelId="{073201FF-37EE-4F66-9BEB-E36D9CAE80DD}" type="presParOf" srcId="{9DAD537D-975C-43B3-95EC-5351EF0B9445}" destId="{DE09E13C-70B7-4F9C-929A-48776F2A2C22}" srcOrd="0" destOrd="0" presId="urn:microsoft.com/office/officeart/2005/8/layout/process4"/>
    <dgm:cxn modelId="{E982AF8E-1070-4D11-8B71-92DE73C5F3AA}" type="presParOf" srcId="{9DAD537D-975C-43B3-95EC-5351EF0B9445}" destId="{AEEF2733-1BA1-4F29-B7EC-73CE43B078B7}" srcOrd="1" destOrd="0" presId="urn:microsoft.com/office/officeart/2005/8/layout/process4"/>
    <dgm:cxn modelId="{7CC8236D-2467-4DBD-86D9-53B7507C1907}" type="presParOf" srcId="{9DAD537D-975C-43B3-95EC-5351EF0B9445}" destId="{2A89B9C6-649B-497A-AE2E-60877CBA8482}" srcOrd="2" destOrd="0" presId="urn:microsoft.com/office/officeart/2005/8/layout/process4"/>
    <dgm:cxn modelId="{AEC110D4-0C37-4F3C-9385-461EE22138B8}" type="presParOf" srcId="{2A89B9C6-649B-497A-AE2E-60877CBA8482}" destId="{68DD444A-9F84-4A2B-847B-786807B073EF}" srcOrd="0" destOrd="0" presId="urn:microsoft.com/office/officeart/2005/8/layout/process4"/>
    <dgm:cxn modelId="{6C9AA9F6-80CD-44CE-8056-C96FCABBB8EE}" type="presParOf" srcId="{2A89B9C6-649B-497A-AE2E-60877CBA8482}" destId="{F69694CA-D69A-4172-9B19-7262ADC7F9A0}" srcOrd="1" destOrd="0" presId="urn:microsoft.com/office/officeart/2005/8/layout/process4"/>
    <dgm:cxn modelId="{EAF3A825-F324-4081-B8A4-9A7D8F466A67}" type="presParOf" srcId="{782FADAD-BC02-407B-B192-AD829DBD0CEE}" destId="{F58D45BB-5246-4262-A146-6E70BF6D8F9A}" srcOrd="1" destOrd="0" presId="urn:microsoft.com/office/officeart/2005/8/layout/process4"/>
    <dgm:cxn modelId="{2058A1BA-4D0C-4202-A67E-0CB12B309EC4}" type="presParOf" srcId="{782FADAD-BC02-407B-B192-AD829DBD0CEE}" destId="{291ABDFC-781A-44CB-86FC-F070ADC50E99}" srcOrd="2" destOrd="0" presId="urn:microsoft.com/office/officeart/2005/8/layout/process4"/>
    <dgm:cxn modelId="{1B7A6CC6-4EB0-4C9D-B18C-3491470E6EBD}" type="presParOf" srcId="{291ABDFC-781A-44CB-86FC-F070ADC50E99}" destId="{654CBAA6-FEDB-4439-B88F-18FDC37A7512}" srcOrd="0" destOrd="0" presId="urn:microsoft.com/office/officeart/2005/8/layout/process4"/>
    <dgm:cxn modelId="{7F65C8F1-8C98-4FEE-B9F4-1F57A565CC1D}" type="presParOf" srcId="{291ABDFC-781A-44CB-86FC-F070ADC50E99}" destId="{0180DD5A-4FD6-43F5-9468-4ADD7CE6D895}" srcOrd="1" destOrd="0" presId="urn:microsoft.com/office/officeart/2005/8/layout/process4"/>
    <dgm:cxn modelId="{1FE50DE7-0C52-4FE5-82EF-12B5C64A3EE9}" type="presParOf" srcId="{291ABDFC-781A-44CB-86FC-F070ADC50E99}" destId="{853B62ED-CA8E-40D3-9303-0DB43E1A34A7}" srcOrd="2" destOrd="0" presId="urn:microsoft.com/office/officeart/2005/8/layout/process4"/>
    <dgm:cxn modelId="{8ADE97A4-2A39-4293-BFAD-5D3F8A1C2F98}" type="presParOf" srcId="{853B62ED-CA8E-40D3-9303-0DB43E1A34A7}" destId="{73351C8A-9DBA-4076-9F44-98FACFDAB796}" srcOrd="0" destOrd="0" presId="urn:microsoft.com/office/officeart/2005/8/layout/process4"/>
    <dgm:cxn modelId="{AB4E6F29-28B0-4CC1-A81F-BB930C124525}" type="presParOf" srcId="{853B62ED-CA8E-40D3-9303-0DB43E1A34A7}" destId="{6D8E9151-016C-46F6-A9C0-F85547647CBA}" srcOrd="1" destOrd="0" presId="urn:microsoft.com/office/officeart/2005/8/layout/process4"/>
    <dgm:cxn modelId="{081626D5-C8D3-4979-ACC9-E0DDD1130AE1}" type="presParOf" srcId="{782FADAD-BC02-407B-B192-AD829DBD0CEE}" destId="{3A2057C3-71B2-4C0B-AC69-7E142CFC3AE1}" srcOrd="3" destOrd="0" presId="urn:microsoft.com/office/officeart/2005/8/layout/process4"/>
    <dgm:cxn modelId="{0D6B7EAC-A653-4667-816A-4E6C109A45D0}" type="presParOf" srcId="{782FADAD-BC02-407B-B192-AD829DBD0CEE}" destId="{D43DBCBF-3F7C-4F49-93CD-7BF3312C47BD}" srcOrd="4" destOrd="0" presId="urn:microsoft.com/office/officeart/2005/8/layout/process4"/>
    <dgm:cxn modelId="{88BCADA6-BFB7-465A-A780-D5A8893A6C51}" type="presParOf" srcId="{D43DBCBF-3F7C-4F49-93CD-7BF3312C47BD}" destId="{5718F3BE-4297-4ACC-AAF0-C0795AF8F668}" srcOrd="0" destOrd="0" presId="urn:microsoft.com/office/officeart/2005/8/layout/process4"/>
    <dgm:cxn modelId="{5B2846A1-CD6D-4953-A13A-6793C0967BE9}" type="presParOf" srcId="{D43DBCBF-3F7C-4F49-93CD-7BF3312C47BD}" destId="{EFE0E04D-0AEB-4F9D-863C-7C1CE9E4CCE9}" srcOrd="1" destOrd="0" presId="urn:microsoft.com/office/officeart/2005/8/layout/process4"/>
    <dgm:cxn modelId="{5C1B7865-3124-4338-868F-311DB2D3D509}" type="presParOf" srcId="{D43DBCBF-3F7C-4F49-93CD-7BF3312C47BD}" destId="{4593A8AB-72C0-4BE9-B4D5-EF5468C2AF17}" srcOrd="2" destOrd="0" presId="urn:microsoft.com/office/officeart/2005/8/layout/process4"/>
    <dgm:cxn modelId="{2AD50421-BC15-4D7A-9FD2-82564C31512D}" type="presParOf" srcId="{4593A8AB-72C0-4BE9-B4D5-EF5468C2AF17}" destId="{4F779B3E-278B-43D9-964C-326D68A80CDA}" srcOrd="0" destOrd="0" presId="urn:microsoft.com/office/officeart/2005/8/layout/process4"/>
    <dgm:cxn modelId="{11C9DE33-3ED1-4191-81FA-3CF6F21FA6B2}" type="presParOf" srcId="{4593A8AB-72C0-4BE9-B4D5-EF5468C2AF17}" destId="{E0EC5BFA-8429-4091-9DC3-692D36C50327}" srcOrd="1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8E2B53E-EF74-4B45-95E3-9B5C82B1340C}">
      <dsp:nvSpPr>
        <dsp:cNvPr id="0" name=""/>
        <dsp:cNvSpPr/>
      </dsp:nvSpPr>
      <dsp:spPr>
        <a:xfrm>
          <a:off x="758380" y="0"/>
          <a:ext cx="8594979" cy="1880292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5819A44-3F39-4942-91AB-6CD9827FCCA5}">
      <dsp:nvSpPr>
        <dsp:cNvPr id="0" name=""/>
        <dsp:cNvSpPr/>
      </dsp:nvSpPr>
      <dsp:spPr>
        <a:xfrm>
          <a:off x="3456" y="564087"/>
          <a:ext cx="2245517" cy="75211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Data</a:t>
          </a:r>
        </a:p>
      </dsp:txBody>
      <dsp:txXfrm>
        <a:off x="40171" y="600802"/>
        <a:ext cx="2172087" cy="678686"/>
      </dsp:txXfrm>
    </dsp:sp>
    <dsp:sp modelId="{02C6F657-DC22-4874-B839-ED01F19A363A}">
      <dsp:nvSpPr>
        <dsp:cNvPr id="0" name=""/>
        <dsp:cNvSpPr/>
      </dsp:nvSpPr>
      <dsp:spPr>
        <a:xfrm>
          <a:off x="2623226" y="564087"/>
          <a:ext cx="2245517" cy="75211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Data Prep</a:t>
          </a:r>
          <a:endParaRPr lang="en-US" sz="3100" kern="1200" dirty="0"/>
        </a:p>
      </dsp:txBody>
      <dsp:txXfrm>
        <a:off x="2659941" y="600802"/>
        <a:ext cx="2172087" cy="678686"/>
      </dsp:txXfrm>
    </dsp:sp>
    <dsp:sp modelId="{C00E62EC-C631-4907-A6A9-ACFBFA247E6A}">
      <dsp:nvSpPr>
        <dsp:cNvPr id="0" name=""/>
        <dsp:cNvSpPr/>
      </dsp:nvSpPr>
      <dsp:spPr>
        <a:xfrm>
          <a:off x="5242996" y="564087"/>
          <a:ext cx="2245517" cy="75211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model</a:t>
          </a:r>
        </a:p>
      </dsp:txBody>
      <dsp:txXfrm>
        <a:off x="5279711" y="600802"/>
        <a:ext cx="2172087" cy="678686"/>
      </dsp:txXfrm>
    </dsp:sp>
    <dsp:sp modelId="{2B39B381-C3F6-40EF-9153-96AC0478B650}">
      <dsp:nvSpPr>
        <dsp:cNvPr id="0" name=""/>
        <dsp:cNvSpPr/>
      </dsp:nvSpPr>
      <dsp:spPr>
        <a:xfrm>
          <a:off x="7862766" y="564087"/>
          <a:ext cx="2245517" cy="75211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output</a:t>
          </a:r>
        </a:p>
      </dsp:txBody>
      <dsp:txXfrm>
        <a:off x="7899481" y="600802"/>
        <a:ext cx="2172087" cy="67868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EEF2733-1BA1-4F29-B7EC-73CE43B078B7}">
      <dsp:nvSpPr>
        <dsp:cNvPr id="0" name=""/>
        <dsp:cNvSpPr/>
      </dsp:nvSpPr>
      <dsp:spPr>
        <a:xfrm>
          <a:off x="0" y="4078917"/>
          <a:ext cx="5062219" cy="133879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0" tIns="177800" rIns="177800" bIns="17780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output</a:t>
          </a:r>
        </a:p>
      </dsp:txBody>
      <dsp:txXfrm>
        <a:off x="0" y="4078917"/>
        <a:ext cx="5062219" cy="722947"/>
      </dsp:txXfrm>
    </dsp:sp>
    <dsp:sp modelId="{68DD444A-9F84-4A2B-847B-786807B073EF}">
      <dsp:nvSpPr>
        <dsp:cNvPr id="0" name=""/>
        <dsp:cNvSpPr/>
      </dsp:nvSpPr>
      <dsp:spPr>
        <a:xfrm>
          <a:off x="0" y="4775089"/>
          <a:ext cx="2531110" cy="615844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3144" tIns="46990" rIns="263144" bIns="46990" numCol="1" spcCol="1270" anchor="ctr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700" kern="1200"/>
        </a:p>
      </dsp:txBody>
      <dsp:txXfrm>
        <a:off x="0" y="4775089"/>
        <a:ext cx="2531110" cy="615844"/>
      </dsp:txXfrm>
    </dsp:sp>
    <dsp:sp modelId="{F69694CA-D69A-4172-9B19-7262ADC7F9A0}">
      <dsp:nvSpPr>
        <dsp:cNvPr id="0" name=""/>
        <dsp:cNvSpPr/>
      </dsp:nvSpPr>
      <dsp:spPr>
        <a:xfrm>
          <a:off x="2531110" y="4775089"/>
          <a:ext cx="2531110" cy="615844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3144" tIns="46990" rIns="263144" bIns="46990" numCol="1" spcCol="1270" anchor="ctr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700" kern="1200"/>
        </a:p>
      </dsp:txBody>
      <dsp:txXfrm>
        <a:off x="2531110" y="4775089"/>
        <a:ext cx="2531110" cy="615844"/>
      </dsp:txXfrm>
    </dsp:sp>
    <dsp:sp modelId="{0180DD5A-4FD6-43F5-9468-4ADD7CE6D895}">
      <dsp:nvSpPr>
        <dsp:cNvPr id="0" name=""/>
        <dsp:cNvSpPr/>
      </dsp:nvSpPr>
      <dsp:spPr>
        <a:xfrm rot="10800000">
          <a:off x="0" y="2039937"/>
          <a:ext cx="5062219" cy="2059061"/>
        </a:xfrm>
        <a:prstGeom prst="upArrowCallou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0" tIns="177800" rIns="177800" bIns="17780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model</a:t>
          </a:r>
        </a:p>
      </dsp:txBody>
      <dsp:txXfrm rot="-10800000">
        <a:off x="0" y="2039937"/>
        <a:ext cx="5062219" cy="722730"/>
      </dsp:txXfrm>
    </dsp:sp>
    <dsp:sp modelId="{73351C8A-9DBA-4076-9F44-98FACFDAB796}">
      <dsp:nvSpPr>
        <dsp:cNvPr id="0" name=""/>
        <dsp:cNvSpPr/>
      </dsp:nvSpPr>
      <dsp:spPr>
        <a:xfrm>
          <a:off x="0" y="2762668"/>
          <a:ext cx="2531110" cy="61565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3144" tIns="46990" rIns="263144" bIns="46990" numCol="1" spcCol="1270" anchor="ctr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700" kern="1200"/>
        </a:p>
      </dsp:txBody>
      <dsp:txXfrm>
        <a:off x="0" y="2762668"/>
        <a:ext cx="2531110" cy="615659"/>
      </dsp:txXfrm>
    </dsp:sp>
    <dsp:sp modelId="{6D8E9151-016C-46F6-A9C0-F85547647CBA}">
      <dsp:nvSpPr>
        <dsp:cNvPr id="0" name=""/>
        <dsp:cNvSpPr/>
      </dsp:nvSpPr>
      <dsp:spPr>
        <a:xfrm>
          <a:off x="2531110" y="2762668"/>
          <a:ext cx="2531110" cy="61565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3144" tIns="46990" rIns="263144" bIns="46990" numCol="1" spcCol="1270" anchor="ctr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700" kern="1200"/>
        </a:p>
      </dsp:txBody>
      <dsp:txXfrm>
        <a:off x="2531110" y="2762668"/>
        <a:ext cx="2531110" cy="615659"/>
      </dsp:txXfrm>
    </dsp:sp>
    <dsp:sp modelId="{EFE0E04D-0AEB-4F9D-863C-7C1CE9E4CCE9}">
      <dsp:nvSpPr>
        <dsp:cNvPr id="0" name=""/>
        <dsp:cNvSpPr/>
      </dsp:nvSpPr>
      <dsp:spPr>
        <a:xfrm rot="10800000">
          <a:off x="0" y="0"/>
          <a:ext cx="5062219" cy="2059061"/>
        </a:xfrm>
        <a:prstGeom prst="upArrowCallou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0" tIns="177800" rIns="177800" bIns="17780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data</a:t>
          </a:r>
        </a:p>
      </dsp:txBody>
      <dsp:txXfrm rot="-10800000">
        <a:off x="0" y="0"/>
        <a:ext cx="5062219" cy="722730"/>
      </dsp:txXfrm>
    </dsp:sp>
    <dsp:sp modelId="{4F779B3E-278B-43D9-964C-326D68A80CDA}">
      <dsp:nvSpPr>
        <dsp:cNvPr id="0" name=""/>
        <dsp:cNvSpPr/>
      </dsp:nvSpPr>
      <dsp:spPr>
        <a:xfrm>
          <a:off x="0" y="723688"/>
          <a:ext cx="2531110" cy="61565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3144" tIns="46990" rIns="263144" bIns="46990" numCol="1" spcCol="1270" anchor="ctr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700" kern="1200"/>
        </a:p>
      </dsp:txBody>
      <dsp:txXfrm>
        <a:off x="0" y="723688"/>
        <a:ext cx="2531110" cy="615659"/>
      </dsp:txXfrm>
    </dsp:sp>
    <dsp:sp modelId="{E0EC5BFA-8429-4091-9DC3-692D36C50327}">
      <dsp:nvSpPr>
        <dsp:cNvPr id="0" name=""/>
        <dsp:cNvSpPr/>
      </dsp:nvSpPr>
      <dsp:spPr>
        <a:xfrm>
          <a:off x="2531110" y="723688"/>
          <a:ext cx="2531110" cy="61565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3144" tIns="46990" rIns="263144" bIns="46990" numCol="1" spcCol="1270" anchor="ctr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700" kern="1200"/>
        </a:p>
      </dsp:txBody>
      <dsp:txXfrm>
        <a:off x="2531110" y="723688"/>
        <a:ext cx="2531110" cy="61565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61C52-8FA2-8BD5-A09A-E2927998A7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920DFD-1E22-43DB-B35A-A079F86123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EF970-51F4-F8FF-7CC7-4222A79099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110EAA-2FA5-56C7-8951-076BA09FA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38ED45-4974-A9FC-71CC-4816E7C79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112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27186-89DF-9CB8-4905-E37646503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CB069-61BC-88A8-7129-04D9DE1047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166261-B9DB-F723-6370-7A2BE1458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0FC1C7-900A-75A8-37D4-6418EF2692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CA64D-CED8-81DD-DD8E-6C2B8E821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8377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89715-852C-65F4-297E-D5D6846BC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201182-6EBC-B8D9-9261-D530A7FEC8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11C86-E388-47EC-ADE5-928E2CF07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9C5C6-3FCF-F7A3-6284-9848D7F0A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EC8735-3DD6-066A-549A-28756E93C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728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C9239-5851-39CB-E48C-E3869DB47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45DD86-D1FF-622C-EE29-4547413FCF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03FEA1-DBDF-9B51-7EF3-FCC79BCD9E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4D9EB8-21D8-35AC-CBD2-D4868F29D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36285C-90C9-6210-85DD-458A11160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93E3E6-5B83-248D-D496-783C4D448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4797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3B853-8877-7B47-39C1-4F9EDB9AE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12F7D5-EB90-766B-3793-980AF7D18D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054DC2-E07B-43C5-D0B9-248712301B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FE8FB9-D875-925D-8A56-D0840193F4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3CDF8A-3ED5-9F97-0153-800E4D40267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57D5C6-5139-DA91-578B-F0446B7B3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5441C5F-C87E-06B5-1854-713023657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A159F2-9D9B-4DEC-85C4-D57A3FB1B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6318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7832A-7CB3-697F-8CB0-63DD05F97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CAA103-D99E-EED8-460A-2E4F441CBD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06CD83-4435-5A36-ECC9-AF13AF51C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36D96A-C93B-0064-3417-C373F25FF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541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EE9850-78F3-5240-B045-6DE4C69CB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40C0D0-7279-369A-5C8F-F7E2D6F8E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C46D61-AA17-7427-67FF-10457941F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400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761AD7-9282-7742-2BE4-B7B10DE6A5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46B71D-B0CD-BD22-E0C1-C3F3FB6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B0DAA7-E757-4399-8FBA-366FEE4AC5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7D27CE-5C66-F2DA-7397-4169FDE3B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91ABEF-D45D-EBEC-7B02-D93534720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3F374A-7CCD-9D7E-93F3-F8A9FD1A3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0171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CA8C5-4A06-AABD-B859-B81844C844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0D4E36-BB88-B72C-8301-C6D3A37845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3F1AB4-D14B-8C18-0B88-B3BE7939E8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964A77-2E9D-ADB8-E5A7-BC9AA3E25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EDAAFE-7CA5-F0D7-F4A0-57DCF4FA9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130CF4-8E2A-AEBA-E501-87DC47297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1321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7DF36-2EB3-D0A6-DB8C-2F98992EF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C2F9CF-58AE-56A1-9DFC-2F41CCD79A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EBDEA3-8BA9-FAD4-4329-BEDA8FBE4D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A9D4CF-4A1A-3FB2-DF00-98C12361AF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79D4D3-D9A9-7945-53EC-09072CA6D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0253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B3BE66C-533B-759D-6C0C-87020D3CB4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B23655-78FC-D214-11D5-494FECF485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19B5D6-A190-C68C-4BA2-715AF8A36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D7C4A7-DC25-1B97-582A-BF44EBEAF3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DC8477-5A1B-857D-0290-372517591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671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A2EC3F2-AEAA-D5A7-58DD-B8F5E9F77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47A714-DB7C-42A2-743A-8E2CD351DF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C5DB4D-76AC-304C-9D64-9DBC973ECA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FF5FDE-556D-4288-960F-3880543CC0D0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E0D65C-CA1B-1EB8-5CB5-C2FDDDCCBC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4BEF16-6C3A-73D2-B3AD-89144B5DD2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8041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4eU8rsZ82TA" TargetMode="External"/><Relationship Id="rId2" Type="http://schemas.openxmlformats.org/officeDocument/2006/relationships/hyperlink" Target="https://www.youtube.com/watch?v=vioJCGXSejQ&amp;t=356s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ws.amazon.com/what-is/cloud-migration-strategy/" TargetMode="Externa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09A87-E946-B534-2098-9ADB162D34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917" y="311771"/>
            <a:ext cx="12056165" cy="2387600"/>
          </a:xfrm>
        </p:spPr>
        <p:txBody>
          <a:bodyPr>
            <a:normAutofit/>
          </a:bodyPr>
          <a:lstStyle/>
          <a:p>
            <a:r>
              <a:rPr lang="en-US" sz="8000" b="1" dirty="0">
                <a:latin typeface="+mn-lt"/>
                <a:cs typeface="Times New Roman" panose="02020603050405020304" pitchFamily="18" charset="0"/>
              </a:rPr>
              <a:t>From On-Premise to Cloud: </a:t>
            </a:r>
            <a:br>
              <a:rPr lang="en-US" b="1" dirty="0">
                <a:latin typeface="+mn-lt"/>
                <a:cs typeface="Times New Roman" panose="02020603050405020304" pitchFamily="18" charset="0"/>
              </a:rPr>
            </a:br>
            <a:br>
              <a:rPr lang="en-US" sz="3200" b="1" dirty="0">
                <a:latin typeface="+mn-lt"/>
                <a:cs typeface="Times New Roman" panose="02020603050405020304" pitchFamily="18" charset="0"/>
              </a:rPr>
            </a:br>
            <a:r>
              <a:rPr lang="en-US" sz="3200" b="1" dirty="0">
                <a:latin typeface="+mn-lt"/>
                <a:cs typeface="Times New Roman" panose="02020603050405020304" pitchFamily="18" charset="0"/>
              </a:rPr>
              <a:t>Lessons Learned from an Enterprise AWS Migration at Fannie Mae</a:t>
            </a:r>
            <a:endParaRPr lang="en-US" sz="3200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D8DE2D-D5B9-D25A-E851-B1C7758AA8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8629"/>
            <a:ext cx="9144000" cy="1655762"/>
          </a:xfrm>
        </p:spPr>
        <p:txBody>
          <a:bodyPr/>
          <a:lstStyle/>
          <a:p>
            <a:r>
              <a:rPr lang="en-US" altLang="zh-CN" b="1" dirty="0">
                <a:cs typeface="Times New Roman" panose="02020603050405020304" pitchFamily="18" charset="0"/>
              </a:rPr>
              <a:t>Wujian Xue</a:t>
            </a:r>
          </a:p>
          <a:p>
            <a:r>
              <a:rPr lang="en-US" b="1" dirty="0">
                <a:cs typeface="Times New Roman" panose="02020603050405020304" pitchFamily="18" charset="0"/>
              </a:rPr>
              <a:t>Oct 2026</a:t>
            </a:r>
          </a:p>
          <a:p>
            <a:r>
              <a:rPr lang="en-US" b="1" dirty="0">
                <a:cs typeface="Times New Roman" panose="02020603050405020304" pitchFamily="18" charset="0"/>
              </a:rPr>
              <a:t>Cincinnati, OH</a:t>
            </a:r>
          </a:p>
        </p:txBody>
      </p:sp>
    </p:spTree>
    <p:extLst>
      <p:ext uri="{BB962C8B-B14F-4D97-AF65-F5344CB8AC3E}">
        <p14:creationId xmlns:p14="http://schemas.microsoft.com/office/powerpoint/2010/main" val="2572152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50338-C315-D975-5D8F-2109AEE0C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0E6403-ACCF-DA80-E763-D2DE51B207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53557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E4F433-6378-4049-F2C3-EE92E0049A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3838B1-29DE-A684-2D91-585BAAF4FB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85066"/>
          </a:xfrm>
        </p:spPr>
        <p:txBody>
          <a:bodyPr/>
          <a:lstStyle/>
          <a:p>
            <a:r>
              <a:rPr lang="en-US" dirty="0"/>
              <a:t>What is the problem and why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DAE49C-C251-F75B-7AAE-63C6E1173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364" y="2278303"/>
            <a:ext cx="2638011" cy="138461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08087BF-A1B2-3CB3-9920-38BE92E30E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6240" y="4115591"/>
            <a:ext cx="1290890" cy="86180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D1A128A-3E1F-2F81-712A-3809EA2ACB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9180" y="1690688"/>
            <a:ext cx="4512420" cy="373684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302E16F-7A83-3FFA-BF0B-8B32BA61716B}"/>
              </a:ext>
            </a:extLst>
          </p:cNvPr>
          <p:cNvSpPr txBox="1"/>
          <p:nvPr/>
        </p:nvSpPr>
        <p:spPr>
          <a:xfrm>
            <a:off x="7985760" y="931768"/>
            <a:ext cx="29507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7 Rs in AWS Cloud Migration</a:t>
            </a:r>
          </a:p>
        </p:txBody>
      </p:sp>
    </p:spTree>
    <p:extLst>
      <p:ext uri="{BB962C8B-B14F-4D97-AF65-F5344CB8AC3E}">
        <p14:creationId xmlns:p14="http://schemas.microsoft.com/office/powerpoint/2010/main" val="29857805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4EECB-BE89-FA10-B559-C2D06E9BF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C73C9-79BC-BE4B-D99B-67D620D66A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has been done about it?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18667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B06789-BA5D-116A-9606-AAEF943A72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for refactoring</a:t>
            </a:r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A65D244A-BC2B-A613-E67C-48CF73C5F63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65300088"/>
              </p:ext>
            </p:extLst>
          </p:nvPr>
        </p:nvGraphicFramePr>
        <p:xfrm>
          <a:off x="838200" y="1525848"/>
          <a:ext cx="10111740" cy="188029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B6AB3908-57C4-C0B7-4C30-8AC2917A9C16}"/>
              </a:ext>
            </a:extLst>
          </p:cNvPr>
          <p:cNvSpPr txBox="1">
            <a:spLocks/>
          </p:cNvSpPr>
          <p:nvPr/>
        </p:nvSpPr>
        <p:spPr>
          <a:xfrm>
            <a:off x="495300" y="3230881"/>
            <a:ext cx="2578244" cy="165354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600" dirty="0"/>
              <a:t>date/month/time,</a:t>
            </a:r>
          </a:p>
          <a:p>
            <a:r>
              <a:rPr lang="en-US" sz="2600" dirty="0"/>
              <a:t> missing values, </a:t>
            </a:r>
          </a:p>
          <a:p>
            <a:r>
              <a:rPr lang="en-US" sz="2600" dirty="0"/>
              <a:t>N/A </a:t>
            </a:r>
          </a:p>
          <a:p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1472C4E-723B-DF16-860A-479E2B15B381}"/>
              </a:ext>
            </a:extLst>
          </p:cNvPr>
          <p:cNvSpPr txBox="1">
            <a:spLocks/>
          </p:cNvSpPr>
          <p:nvPr/>
        </p:nvSpPr>
        <p:spPr>
          <a:xfrm>
            <a:off x="3356826" y="3079730"/>
            <a:ext cx="3654916" cy="34131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Variables: filter data, </a:t>
            </a:r>
          </a:p>
          <a:p>
            <a:r>
              <a:rPr lang="en-US" sz="2400" dirty="0"/>
              <a:t>merge tables</a:t>
            </a:r>
          </a:p>
          <a:p>
            <a:pPr lvl="1"/>
            <a:r>
              <a:rPr lang="en-US" dirty="0"/>
              <a:t>Concatenate</a:t>
            </a:r>
          </a:p>
          <a:p>
            <a:pPr lvl="1"/>
            <a:r>
              <a:rPr lang="en-US" dirty="0"/>
              <a:t>match merging (with n= dataset option)</a:t>
            </a:r>
          </a:p>
        </p:txBody>
      </p:sp>
    </p:spTree>
    <p:extLst>
      <p:ext uri="{BB962C8B-B14F-4D97-AF65-F5344CB8AC3E}">
        <p14:creationId xmlns:p14="http://schemas.microsoft.com/office/powerpoint/2010/main" val="35887034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95404-4793-4153-45B6-147571F08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02713-65CC-0B2F-4169-1F342A167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for refactoring</a:t>
            </a:r>
          </a:p>
        </p:txBody>
      </p:sp>
      <p:graphicFrame>
        <p:nvGraphicFramePr>
          <p:cNvPr id="11" name="Diagram 10">
            <a:extLst>
              <a:ext uri="{FF2B5EF4-FFF2-40B4-BE49-F238E27FC236}">
                <a16:creationId xmlns:a16="http://schemas.microsoft.com/office/drawing/2014/main" id="{D55503A3-8723-DC89-CF48-254E03E680D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3565139"/>
              </p:ext>
            </p:extLst>
          </p:nvPr>
        </p:nvGraphicFramePr>
        <p:xfrm>
          <a:off x="6096000" y="365125"/>
          <a:ext cx="506222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25A04A-A19E-03F6-5A6F-E66D9D66BD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74420" cy="4351338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5052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CD0B7-14BF-9591-2491-51EC0B8A6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96B53C-360B-A7DC-1397-EE5C9B1C7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Major SAS Steps/Proc vs R package/functions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9187F8-9708-A2D8-B314-1950D2AA2E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6197" y="5207810"/>
            <a:ext cx="1877291" cy="7696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093ED12-F9C4-7300-59D7-16AC180856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4264" y="5174343"/>
            <a:ext cx="2143471" cy="8031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E7EB734-6903-49D5-A647-AE7BC6E4EC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4702" y="5210176"/>
            <a:ext cx="2862262" cy="966787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A2E8D98-C1AD-CCC4-08D9-50F3BE804787}"/>
              </a:ext>
            </a:extLst>
          </p:cNvPr>
          <p:cNvSpPr txBox="1">
            <a:spLocks/>
          </p:cNvSpPr>
          <p:nvPr/>
        </p:nvSpPr>
        <p:spPr>
          <a:xfrm>
            <a:off x="5024264" y="1941576"/>
            <a:ext cx="6402700" cy="3413145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Enterprise Modeling and Analytics – the Cash Flow model</a:t>
            </a:r>
          </a:p>
          <a:p>
            <a:r>
              <a:rPr lang="en-US" dirty="0"/>
              <a:t>Data: date/month/time, missing values, N/A</a:t>
            </a:r>
          </a:p>
          <a:p>
            <a:r>
              <a:rPr lang="en-US" dirty="0"/>
              <a:t>Variables: filter data, </a:t>
            </a:r>
          </a:p>
          <a:p>
            <a:r>
              <a:rPr lang="en-US" dirty="0"/>
              <a:t>merge tables</a:t>
            </a:r>
          </a:p>
          <a:p>
            <a:pPr lvl="1"/>
            <a:r>
              <a:rPr lang="en-US" dirty="0"/>
              <a:t>Concatenate</a:t>
            </a:r>
          </a:p>
          <a:p>
            <a:pPr lvl="1"/>
            <a:r>
              <a:rPr lang="en-US" dirty="0"/>
              <a:t>match merging (with n= dataset option)</a:t>
            </a:r>
          </a:p>
          <a:p>
            <a:r>
              <a:rPr lang="en-US" dirty="0"/>
              <a:t>Models: logistic regression with splines</a:t>
            </a:r>
          </a:p>
          <a:p>
            <a:pPr lvl="1"/>
            <a:r>
              <a:rPr lang="en-US" dirty="0"/>
              <a:t>Choose number and location of the knots.</a:t>
            </a:r>
          </a:p>
          <a:p>
            <a:r>
              <a:rPr lang="en-US" dirty="0"/>
              <a:t>Macro functions</a:t>
            </a:r>
          </a:p>
          <a:p>
            <a:r>
              <a:rPr lang="en-US" dirty="0"/>
              <a:t>Output</a:t>
            </a:r>
          </a:p>
          <a:p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0C96031-E926-D7AB-F4F4-6F05AB855B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20" y="3939539"/>
            <a:ext cx="3573780" cy="1086803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15757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74CE9-62D6-2BB2-E61F-1B1261FA1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12F8B-F4C9-4874-7DA4-22CD58675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for refactoring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BC23D4-DEEC-D0CD-B063-D5658C599C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347216"/>
            <a:ext cx="4578096" cy="3241409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What have I done about it?</a:t>
            </a:r>
          </a:p>
          <a:p>
            <a:r>
              <a:rPr lang="en-US" altLang="zh-CN" dirty="0"/>
              <a:t>Enterprise Modeling and Analytics – the Cash Flow model</a:t>
            </a:r>
          </a:p>
          <a:p>
            <a:r>
              <a:rPr lang="en-US" altLang="zh-CN" dirty="0"/>
              <a:t>SAS: PROC compare</a:t>
            </a:r>
          </a:p>
          <a:p>
            <a:r>
              <a:rPr lang="en-US" dirty="0"/>
              <a:t>R: compared</a:t>
            </a:r>
          </a:p>
          <a:p>
            <a:r>
              <a:rPr lang="en-US" dirty="0"/>
              <a:t>How to make a tolerance level?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B42BA1-1151-4CFE-D8B5-E02DDD41A0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6197" y="5207810"/>
            <a:ext cx="1877291" cy="7696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74468B4-F5B5-FE68-0C47-CC2309DE1D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4264" y="5174343"/>
            <a:ext cx="2143471" cy="8031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BAC54FE-1225-9162-8A7B-6CAB854D79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4702" y="5210176"/>
            <a:ext cx="2862262" cy="966787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3DAD067-F15E-9C00-BF8C-B324CCAB9A23}"/>
              </a:ext>
            </a:extLst>
          </p:cNvPr>
          <p:cNvSpPr txBox="1">
            <a:spLocks/>
          </p:cNvSpPr>
          <p:nvPr/>
        </p:nvSpPr>
        <p:spPr>
          <a:xfrm>
            <a:off x="4829558" y="1347216"/>
            <a:ext cx="4349496" cy="3413145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Enterprise Modeling and Analytics – the Cash Flow model</a:t>
            </a:r>
          </a:p>
          <a:p>
            <a:r>
              <a:rPr lang="en-US" dirty="0"/>
              <a:t>Data: date/month/time, missing values, N/A</a:t>
            </a:r>
          </a:p>
          <a:p>
            <a:r>
              <a:rPr lang="en-US" dirty="0"/>
              <a:t>Variables: filter data, </a:t>
            </a:r>
          </a:p>
          <a:p>
            <a:r>
              <a:rPr lang="en-US" dirty="0"/>
              <a:t>merge tables</a:t>
            </a:r>
          </a:p>
          <a:p>
            <a:pPr lvl="1"/>
            <a:r>
              <a:rPr lang="en-US" dirty="0"/>
              <a:t>Concatenate</a:t>
            </a:r>
          </a:p>
          <a:p>
            <a:pPr lvl="1"/>
            <a:r>
              <a:rPr lang="en-US" dirty="0"/>
              <a:t>match merging (with n= dataset option)</a:t>
            </a:r>
          </a:p>
          <a:p>
            <a:r>
              <a:rPr lang="en-US" dirty="0"/>
              <a:t>Models: logistic regression with splines</a:t>
            </a:r>
          </a:p>
          <a:p>
            <a:pPr lvl="1"/>
            <a:r>
              <a:rPr lang="en-US" dirty="0"/>
              <a:t>Choose number and location of the knots.</a:t>
            </a:r>
          </a:p>
          <a:p>
            <a:r>
              <a:rPr lang="en-US" dirty="0"/>
              <a:t>Macro functions</a:t>
            </a:r>
          </a:p>
          <a:p>
            <a:r>
              <a:rPr lang="en-US" dirty="0"/>
              <a:t>Output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70007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73D30-F5D8-4541-A08A-A1F0FD253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Accuracy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921899-9ED9-44BF-4E51-990C192720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𝑉𝑎𝑟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1=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𝑉𝑎𝑟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𝑉𝑎𝑟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 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𝐻𝑜𝑚𝑒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𝑝𝑟𝑖𝑐𝑒</m:t>
                    </m:r>
                  </m:oMath>
                </a14:m>
                <a:endParaRPr lang="en-US" dirty="0"/>
              </a:p>
              <a:p>
                <a:r>
                  <a:rPr lang="en-US" dirty="0"/>
                  <a:t>Var2 and var3 have differences at  E-09 level.</a:t>
                </a:r>
              </a:p>
              <a:p>
                <a:r>
                  <a:rPr lang="en-US" dirty="0"/>
                  <a:t>Home price is a large number, </a:t>
                </a:r>
              </a:p>
              <a:p>
                <a:pPr lvl="1"/>
                <a:r>
                  <a:rPr lang="en-US" dirty="0"/>
                  <a:t>e.g. $1,000,000, </a:t>
                </a:r>
              </a:p>
              <a:p>
                <a:pPr lvl="1"/>
                <a:r>
                  <a:rPr lang="en-US" dirty="0"/>
                  <a:t>median house price in the U.S. :$430,000</a:t>
                </a:r>
              </a:p>
              <a:p>
                <a:r>
                  <a:rPr lang="en-US" dirty="0"/>
                  <a:t>Var 1 are different</a:t>
                </a:r>
              </a:p>
              <a:p>
                <a:r>
                  <a:rPr lang="en-US" dirty="0"/>
                  <a:t>This can be applied to many cases, such as population, distance.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921899-9ED9-44BF-4E51-990C192720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731370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A0D58-006F-0ED1-D928-9053639D7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DC0A5E-A212-3E5A-61F0-5486D95F0C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34596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01B93-71FC-ED4E-DAD1-2DC88351F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Merge Tables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0A8754-420C-E67C-1B6E-990DE72603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5100159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C6558-4EC7-F455-AEE9-D12FD0A89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55E68B-3CB9-4EB7-342D-A9E2A37722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additional value does my approach provide?</a:t>
            </a:r>
          </a:p>
        </p:txBody>
      </p:sp>
    </p:spTree>
    <p:extLst>
      <p:ext uri="{BB962C8B-B14F-4D97-AF65-F5344CB8AC3E}">
        <p14:creationId xmlns:p14="http://schemas.microsoft.com/office/powerpoint/2010/main" val="3312619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81912-C0D5-AF85-91B0-7D9532929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8A637E-A23A-F19C-2EC6-9A9B52F8A2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 do we </a:t>
            </a:r>
            <a:r>
              <a:rPr lang="en-US"/>
              <a:t>go from there?</a:t>
            </a:r>
          </a:p>
        </p:txBody>
      </p:sp>
    </p:spTree>
    <p:extLst>
      <p:ext uri="{BB962C8B-B14F-4D97-AF65-F5344CB8AC3E}">
        <p14:creationId xmlns:p14="http://schemas.microsoft.com/office/powerpoint/2010/main" val="12383219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65071-DC72-93E5-9B2F-5F4736998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Reference: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3456FF-E78F-8DA1-FCFF-D93708555E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>
                <a:hlinkClick r:id="rId2"/>
              </a:rPr>
              <a:t>AWS </a:t>
            </a:r>
            <a:r>
              <a:rPr lang="en-US" sz="2000" dirty="0" err="1">
                <a:hlinkClick r:id="rId2"/>
              </a:rPr>
              <a:t>re:Invent</a:t>
            </a:r>
            <a:r>
              <a:rPr lang="en-US" sz="2000" dirty="0">
                <a:hlinkClick r:id="rId2"/>
              </a:rPr>
              <a:t> 2021 - Fannie Mae: Migrating at scale without lifting and shifting</a:t>
            </a:r>
            <a:endParaRPr lang="en-US" sz="2000" dirty="0"/>
          </a:p>
          <a:p>
            <a:r>
              <a:rPr lang="en-US" sz="2000" dirty="0">
                <a:hlinkClick r:id="rId3"/>
              </a:rPr>
              <a:t>Fannie Mae’s Digital Transformation Journey with AWS | Amazon Web Services</a:t>
            </a:r>
            <a:endParaRPr lang="en-US" sz="2000" dirty="0"/>
          </a:p>
          <a:p>
            <a:r>
              <a:rPr lang="en-US" sz="2000" dirty="0">
                <a:hlinkClick r:id="rId4"/>
              </a:rPr>
              <a:t>What is a Cloud Migration Strategy? - Cloud Migration Strategy Explained - AWS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0774897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D5B5A-22EB-F6BE-03B9-DA990AE01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Q&amp;A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79DD26-0915-7E46-B9E9-A23C100259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200" y="5414009"/>
            <a:ext cx="1173480" cy="332423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/>
              <a:t>My </a:t>
            </a:r>
            <a:r>
              <a:rPr lang="en-US" dirty="0" err="1"/>
              <a:t>Github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C50AFE-4C70-3BD6-2457-93F253C69C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6260" y="2468880"/>
            <a:ext cx="2499360" cy="2499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2037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886</TotalTime>
  <Words>375</Words>
  <Application>Microsoft Office PowerPoint</Application>
  <PresentationFormat>Widescreen</PresentationFormat>
  <Paragraphs>72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Calibri</vt:lpstr>
      <vt:lpstr>Calibri Light</vt:lpstr>
      <vt:lpstr>Cambria Math</vt:lpstr>
      <vt:lpstr>Times New Roman</vt:lpstr>
      <vt:lpstr>Office Theme</vt:lpstr>
      <vt:lpstr>From On-Premise to Cloud:   Lessons Learned from an Enterprise AWS Migration at Fannie Mae</vt:lpstr>
      <vt:lpstr>Agenda</vt:lpstr>
      <vt:lpstr>Background</vt:lpstr>
      <vt:lpstr>PowerPoint Presentation</vt:lpstr>
      <vt:lpstr>Steps for refactoring</vt:lpstr>
      <vt:lpstr>Steps for refactoring</vt:lpstr>
      <vt:lpstr>Major SAS Steps/Proc vs R package/functions</vt:lpstr>
      <vt:lpstr>Steps for refactoring</vt:lpstr>
      <vt:lpstr>Accuracy</vt:lpstr>
      <vt:lpstr>Efficiency</vt:lpstr>
      <vt:lpstr>Merge Tables</vt:lpstr>
      <vt:lpstr>PowerPoint Presentation</vt:lpstr>
      <vt:lpstr>PowerPoint Presentation</vt:lpstr>
      <vt:lpstr>Reference: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Wujian Xue</dc:creator>
  <cp:lastModifiedBy>Wujian Xue</cp:lastModifiedBy>
  <cp:revision>14</cp:revision>
  <dcterms:created xsi:type="dcterms:W3CDTF">2026-09-28T02:18:07Z</dcterms:created>
  <dcterms:modified xsi:type="dcterms:W3CDTF">2026-10-08T22:01:10Z</dcterms:modified>
</cp:coreProperties>
</file>