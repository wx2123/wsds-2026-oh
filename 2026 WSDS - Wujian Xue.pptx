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3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61C52-8FA2-8BD5-A09A-E2927998A7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920DFD-1E22-43DB-B35A-A079F86123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F970-51F4-F8FF-7CC7-4222A7909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10EAA-2FA5-56C7-8951-076BA09FA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8ED45-4974-A9FC-71CC-4816E7C79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12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27186-89DF-9CB8-4905-E3764650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B069-61BC-88A8-7129-04D9DE104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166261-B9DB-F723-6370-7A2BE145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0FC1C7-900A-75A8-37D4-6418EF269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CA64D-CED8-81DD-DD8E-6C2B8E821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8377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89715-852C-65F4-297E-D5D6846BC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201182-6EBC-B8D9-9261-D530A7FEC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11C86-E388-47EC-ADE5-928E2CF07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9C5C6-3FCF-F7A3-6284-9848D7F0A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EC8735-3DD6-066A-549A-28756E93C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2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C9239-5851-39CB-E48C-E3869DB47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45DD86-D1FF-622C-EE29-4547413FCF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03FEA1-DBDF-9B51-7EF3-FCC79BCD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D9EB8-21D8-35AC-CBD2-D4868F29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36285C-90C9-6210-85DD-458A11160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3E3E6-5B83-248D-D496-783C4D448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479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B853-8877-7B47-39C1-4F9EDB9AE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12F7D5-EB90-766B-3793-980AF7D18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54DC2-E07B-43C5-D0B9-248712301B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FE8FB9-D875-925D-8A56-D0840193F4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3CDF8A-3ED5-9F97-0153-800E4D402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57D5C6-5139-DA91-578B-F0446B7B3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441C5F-C87E-06B5-1854-713023657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159F2-9D9B-4DEC-85C4-D57A3FB1B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31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7832A-7CB3-697F-8CB0-63DD05F97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CAA103-D99E-EED8-460A-2E4F441C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06CD83-4435-5A36-ECC9-AF13AF51C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6D96A-C93B-0064-3417-C373F25F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41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E9850-78F3-5240-B045-6DE4C69CB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0C0D0-7279-369A-5C8F-F7E2D6F8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C46D61-AA17-7427-67FF-10457941F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40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61AD7-9282-7742-2BE4-B7B10DE6A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6B71D-B0CD-BD22-E0C1-C3F3FB6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B0DAA7-E757-4399-8FBA-366FEE4AC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D27CE-5C66-F2DA-7397-4169FDE3B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1ABEF-D45D-EBEC-7B02-D93534720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3F374A-7CCD-9D7E-93F3-F8A9FD1A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017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CA8C5-4A06-AABD-B859-B81844C844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0D4E36-BB88-B72C-8301-C6D3A37845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F1AB4-D14B-8C18-0B88-B3BE7939E8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964A77-2E9D-ADB8-E5A7-BC9AA3E2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DAAFE-7CA5-F0D7-F4A0-57DCF4FA9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130CF4-8E2A-AEBA-E501-87DC47297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132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7DF36-2EB3-D0A6-DB8C-2F98992E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C2F9CF-58AE-56A1-9DFC-2F41CCD79A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BDEA3-8BA9-FAD4-4329-BEDA8FBE4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9D4CF-4A1A-3FB2-DF00-98C12361A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9D4D3-D9A9-7945-53EC-09072CA6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25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3BE66C-533B-759D-6C0C-87020D3CB4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23655-78FC-D214-11D5-494FECF48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9B5D6-A190-C68C-4BA2-715AF8A36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F5FDE-556D-4288-960F-3880543CC0D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7C4A7-DC25-1B97-582A-BF44EBEAF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DC8477-5A1B-857D-0290-372517591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67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2EC3F2-AEAA-D5A7-58DD-B8F5E9F77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47A714-DB7C-42A2-743A-8E2CD351D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DB4D-76AC-304C-9D64-9DBC973ECA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FF5FDE-556D-4288-960F-3880543CC0D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E0D65C-CA1B-1EB8-5CB5-C2FDDDCCBC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BEF16-6C3A-73D2-B3AD-89144B5DD2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052D6-915B-481B-98DC-569BDBEA93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04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eU8rsZ82TA" TargetMode="External"/><Relationship Id="rId2" Type="http://schemas.openxmlformats.org/officeDocument/2006/relationships/hyperlink" Target="https://www.youtube.com/watch?v=vioJCGXSejQ&amp;t=356s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09A87-E946-B534-2098-9ADB162D34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17" y="311771"/>
            <a:ext cx="12056165" cy="2387600"/>
          </a:xfrm>
        </p:spPr>
        <p:txBody>
          <a:bodyPr>
            <a:normAutofit fontScale="90000"/>
          </a:bodyPr>
          <a:lstStyle/>
          <a:p>
            <a:r>
              <a:rPr lang="en-US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On-Premise to Cloud: </a:t>
            </a:r>
            <a:b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Lessons Learned from an Enterprise AWS Migration at Fannie Mae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D8DE2D-D5B9-D25A-E851-B1C7758AA8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8629"/>
            <a:ext cx="9144000" cy="1655762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Wujian Xue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Oct 2026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Cincinnati, OH</a:t>
            </a:r>
          </a:p>
        </p:txBody>
      </p:sp>
    </p:spTree>
    <p:extLst>
      <p:ext uri="{BB962C8B-B14F-4D97-AF65-F5344CB8AC3E}">
        <p14:creationId xmlns:p14="http://schemas.microsoft.com/office/powerpoint/2010/main" val="257215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4F433-6378-4049-F2C3-EE92E0049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38B1-29DE-A684-2D91-585BAAF4FB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82888"/>
          </a:xfrm>
        </p:spPr>
        <p:txBody>
          <a:bodyPr/>
          <a:lstStyle/>
          <a:p>
            <a:r>
              <a:rPr lang="en-US" dirty="0"/>
              <a:t>What is the problem and why</a:t>
            </a:r>
          </a:p>
          <a:p>
            <a:r>
              <a:rPr lang="en-US" dirty="0"/>
              <a:t>Fannie Mae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DAE49C-C251-F75B-7AAE-63C6E1173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4190" y="3088827"/>
            <a:ext cx="2638011" cy="13846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8087BF-A1B2-3CB3-9920-38BE92E3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0144" y="3429000"/>
            <a:ext cx="1290890" cy="8618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6ABAE-7B06-B6A2-3815-5904B9452D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2877" y="4626128"/>
            <a:ext cx="1877291" cy="769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4C9954-0469-668E-7585-18F1E08569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90944" y="4592661"/>
            <a:ext cx="2143471" cy="8031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55D0646-7CAB-C11F-17EA-EF7DD14FC5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1382" y="4628494"/>
            <a:ext cx="2862262" cy="966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780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EECB-BE89-FA10-B559-C2D06E9BF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C73C9-79BC-BE4B-D99B-67D620D66A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has been done about it?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1866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06789-BA5D-116A-9606-AAEF943A7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B8BDC-C4C6-0905-5F9F-38B1383CE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have I done about it?</a:t>
            </a:r>
          </a:p>
        </p:txBody>
      </p:sp>
    </p:spTree>
    <p:extLst>
      <p:ext uri="{BB962C8B-B14F-4D97-AF65-F5344CB8AC3E}">
        <p14:creationId xmlns:p14="http://schemas.microsoft.com/office/powerpoint/2010/main" val="3588703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C6558-4EC7-F455-AEE9-D12FD0A89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E68B-3CB9-4EB7-342D-A9E2A37722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additional value does my approach provide?</a:t>
            </a:r>
          </a:p>
        </p:txBody>
      </p:sp>
    </p:spTree>
    <p:extLst>
      <p:ext uri="{BB962C8B-B14F-4D97-AF65-F5344CB8AC3E}">
        <p14:creationId xmlns:p14="http://schemas.microsoft.com/office/powerpoint/2010/main" val="331261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81912-C0D5-AF85-91B0-7D9532929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A637E-A23A-F19C-2EC6-9A9B52F8A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do we </a:t>
            </a:r>
            <a:r>
              <a:rPr lang="en-US"/>
              <a:t>go from there?</a:t>
            </a:r>
          </a:p>
        </p:txBody>
      </p:sp>
    </p:spTree>
    <p:extLst>
      <p:ext uri="{BB962C8B-B14F-4D97-AF65-F5344CB8AC3E}">
        <p14:creationId xmlns:p14="http://schemas.microsoft.com/office/powerpoint/2010/main" val="1238321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5071-DC72-93E5-9B2F-5F4736998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Reference: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456FF-E78F-8DA1-FCFF-D93708555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hlinkClick r:id="rId2"/>
              </a:rPr>
              <a:t>AWS </a:t>
            </a:r>
            <a:r>
              <a:rPr lang="en-US" sz="2000" dirty="0" err="1">
                <a:hlinkClick r:id="rId2"/>
              </a:rPr>
              <a:t>re:Invent</a:t>
            </a:r>
            <a:r>
              <a:rPr lang="en-US" sz="2000" dirty="0">
                <a:hlinkClick r:id="rId2"/>
              </a:rPr>
              <a:t> 2021 - Fannie Mae: Migrating at scale without lifting and shifting</a:t>
            </a:r>
            <a:endParaRPr lang="en-US" sz="2000" dirty="0"/>
          </a:p>
          <a:p>
            <a:r>
              <a:rPr lang="en-US" sz="2000" dirty="0">
                <a:hlinkClick r:id="rId3"/>
              </a:rPr>
              <a:t>Fannie Mae’s Digital Transformation Journey with AWS | Amazon Web Services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77489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D5B5A-22EB-F6BE-03B9-DA990AE0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9DD26-0915-7E46-B9E9-A23C100259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37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94</Words>
  <Application>Microsoft Office PowerPoint</Application>
  <PresentationFormat>Widescreen</PresentationFormat>
  <Paragraphs>15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From On-Premise to Cloud:   Lessons Learned from an Enterprise AWS Migration at Fannie Mae</vt:lpstr>
      <vt:lpstr>Background</vt:lpstr>
      <vt:lpstr>PowerPoint Presentation</vt:lpstr>
      <vt:lpstr>PowerPoint Presentation</vt:lpstr>
      <vt:lpstr>PowerPoint Presentation</vt:lpstr>
      <vt:lpstr>PowerPoint Presentation</vt:lpstr>
      <vt:lpstr>Reference: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Wujian Xue</dc:creator>
  <cp:lastModifiedBy>Wujian Xue</cp:lastModifiedBy>
  <cp:revision>6</cp:revision>
  <dcterms:created xsi:type="dcterms:W3CDTF">2026-09-28T02:18:07Z</dcterms:created>
  <dcterms:modified xsi:type="dcterms:W3CDTF">2026-10-06T02:35:33Z</dcterms:modified>
</cp:coreProperties>
</file>