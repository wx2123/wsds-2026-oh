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72" r:id="rId6"/>
    <p:sldId id="259" r:id="rId7"/>
    <p:sldId id="270" r:id="rId8"/>
    <p:sldId id="271" r:id="rId9"/>
    <p:sldId id="269" r:id="rId10"/>
    <p:sldId id="265" r:id="rId11"/>
    <p:sldId id="266" r:id="rId12"/>
    <p:sldId id="267" r:id="rId13"/>
    <p:sldId id="260" r:id="rId14"/>
    <p:sldId id="261" r:id="rId15"/>
    <p:sldId id="263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</a:t>
            </a:r>
            <a:r>
              <a:rPr lang="en-US" sz="3600"/>
              <a:t>value: Accuracy </a:t>
            </a:r>
            <a:r>
              <a:rPr lang="en-US" sz="3600" dirty="0"/>
              <a:t>and Efficiency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00" y="2273598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36" y="3623715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80" y="1690688"/>
            <a:ext cx="4512420" cy="3736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7985760" y="93176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236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7118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2" y="2735206"/>
            <a:ext cx="2637321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</TotalTime>
  <Words>473</Words>
  <Application>Microsoft Office PowerPoint</Application>
  <PresentationFormat>Widescreen</PresentationFormat>
  <Paragraphs>90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 to Cloud:   Lessons Learned from an Enterprise AWS Migration at Fannie Mae</vt:lpstr>
      <vt:lpstr>Agenda</vt:lpstr>
      <vt:lpstr>1.Background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25</cp:revision>
  <dcterms:created xsi:type="dcterms:W3CDTF">2026-09-28T02:18:07Z</dcterms:created>
  <dcterms:modified xsi:type="dcterms:W3CDTF">2026-10-11T16:58:49Z</dcterms:modified>
</cp:coreProperties>
</file>