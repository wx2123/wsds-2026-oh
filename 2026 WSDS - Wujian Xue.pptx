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72" r:id="rId6"/>
    <p:sldId id="259" r:id="rId7"/>
    <p:sldId id="270" r:id="rId8"/>
    <p:sldId id="271" r:id="rId9"/>
    <p:sldId id="269" r:id="rId10"/>
    <p:sldId id="265" r:id="rId11"/>
    <p:sldId id="266" r:id="rId12"/>
    <p:sldId id="267" r:id="rId13"/>
    <p:sldId id="260" r:id="rId14"/>
    <p:sldId id="261" r:id="rId15"/>
    <p:sldId id="263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</a:t>
            </a:r>
            <a:r>
              <a:rPr lang="en-US" sz="3600"/>
              <a:t>value: Accuracy </a:t>
            </a:r>
            <a:r>
              <a:rPr lang="en-US" sz="3600" dirty="0"/>
              <a:t>and Efficiency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10515600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042" y="2008292"/>
            <a:ext cx="2301815" cy="12081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026" name="Picture 2" descr="Buy The Fateful History of Fannie Mae at Amazon">
            <a:extLst>
              <a:ext uri="{FF2B5EF4-FFF2-40B4-BE49-F238E27FC236}">
                <a16:creationId xmlns:a16="http://schemas.microsoft.com/office/drawing/2014/main" id="{54F77962-5E48-8590-5D1F-2E1D08044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1252" y="2372266"/>
            <a:ext cx="2563483" cy="375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5402" y="3555558"/>
            <a:ext cx="7313887" cy="257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2" y="2735206"/>
            <a:ext cx="2637321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7216"/>
            <a:ext cx="4578096" cy="324140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4829558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02" y="2949940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1823</TotalTime>
  <Words>622</Words>
  <Application>Microsoft Office PowerPoint</Application>
  <PresentationFormat>Widescreen</PresentationFormat>
  <Paragraphs>102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Accuracy</vt:lpstr>
      <vt:lpstr>Efficiency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30</cp:revision>
  <dcterms:created xsi:type="dcterms:W3CDTF">2026-09-28T02:18:07Z</dcterms:created>
  <dcterms:modified xsi:type="dcterms:W3CDTF">2026-10-14T19:33:32Z</dcterms:modified>
</cp:coreProperties>
</file>