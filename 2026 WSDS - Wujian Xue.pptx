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3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Wujian Xue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Oct 2026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092" y="2906191"/>
            <a:ext cx="2638011" cy="1384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6740" y="3167595"/>
            <a:ext cx="1290890" cy="86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B8BDC-C4C6-0905-5F9F-38B1383CE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630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</a:t>
            </a:r>
          </a:p>
          <a:p>
            <a:r>
              <a:rPr lang="en-US" dirty="0"/>
              <a:t>variables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D6ABAE-7B06-B6A2-3815-5904B9452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4C9954-0469-668E-7585-18F1E0856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5D0646-7CAB-C11F-17EA-EF7DD14FC5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</a:t>
            </a:r>
            <a:r>
              <a:rPr lang="en-US"/>
              <a:t>go from there?</a:t>
            </a:r>
          </a:p>
        </p:txBody>
      </p:sp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122</Words>
  <Application>Microsoft Office PowerPoint</Application>
  <PresentationFormat>Widescreen</PresentationFormat>
  <Paragraphs>23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From On-Premise to Cloud:   Lessons Learned from an Enterprise AWS Migration at Fannie Mae</vt:lpstr>
      <vt:lpstr>Agenda</vt:lpstr>
      <vt:lpstr>Background</vt:lpstr>
      <vt:lpstr>PowerPoint Presentation</vt:lpstr>
      <vt:lpstr>PowerPoint Presentation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9</cp:revision>
  <dcterms:created xsi:type="dcterms:W3CDTF">2026-09-28T02:18:07Z</dcterms:created>
  <dcterms:modified xsi:type="dcterms:W3CDTF">2026-10-08T03:40:32Z</dcterms:modified>
</cp:coreProperties>
</file>