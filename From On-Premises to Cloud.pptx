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62" r:id="rId9"/>
    <p:sldId id="263" r:id="rId10"/>
    <p:sldId id="264" r:id="rId11"/>
    <p:sldId id="265" r:id="rId12"/>
    <p:sldId id="273" r:id="rId13"/>
    <p:sldId id="266" r:id="rId14"/>
    <p:sldId id="270" r:id="rId15"/>
    <p:sldId id="268" r:id="rId16"/>
    <p:sldId id="26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89" d="100"/>
          <a:sy n="89" d="100"/>
        </p:scale>
        <p:origin x="29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392AFAB-C842-4EA0-99F1-53BE5B1B7A2C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C32CEF5-29E7-4D19-B8FC-7C04E5CCF7B7}">
      <dgm:prSet phldrT="[Text]" phldr="0"/>
      <dgm:spPr/>
      <dgm:t>
        <a:bodyPr/>
        <a:lstStyle/>
        <a:p>
          <a:r>
            <a:rPr lang="en-US" dirty="0"/>
            <a:t>Cash Flow</a:t>
          </a:r>
        </a:p>
      </dgm:t>
    </dgm:pt>
    <dgm:pt modelId="{485AEA27-C4F3-4AF1-B4E4-D09BF3037A96}" type="parTrans" cxnId="{39E78EA1-0FD6-4EF6-8E8E-972A600C45D0}">
      <dgm:prSet/>
      <dgm:spPr/>
      <dgm:t>
        <a:bodyPr/>
        <a:lstStyle/>
        <a:p>
          <a:endParaRPr lang="en-US"/>
        </a:p>
      </dgm:t>
    </dgm:pt>
    <dgm:pt modelId="{900E1B1B-7E7A-457D-B47A-FE468C1B0EF7}" type="sibTrans" cxnId="{39E78EA1-0FD6-4EF6-8E8E-972A600C45D0}">
      <dgm:prSet/>
      <dgm:spPr/>
      <dgm:t>
        <a:bodyPr/>
        <a:lstStyle/>
        <a:p>
          <a:endParaRPr lang="en-US"/>
        </a:p>
      </dgm:t>
    </dgm:pt>
    <dgm:pt modelId="{763656E2-9DC6-4D2F-B43A-296DB08D5866}">
      <dgm:prSet phldrT="[Text]" phldr="0"/>
      <dgm:spPr/>
      <dgm:t>
        <a:bodyPr/>
        <a:lstStyle/>
        <a:p>
          <a:r>
            <a:rPr lang="en-US" dirty="0"/>
            <a:t>Loss severity</a:t>
          </a:r>
        </a:p>
      </dgm:t>
    </dgm:pt>
    <dgm:pt modelId="{A965444F-E23D-485B-8A41-926E956EF290}" type="parTrans" cxnId="{D869F42A-2A52-4D1B-979E-77C8F5D9DB3A}">
      <dgm:prSet/>
      <dgm:spPr/>
      <dgm:t>
        <a:bodyPr/>
        <a:lstStyle/>
        <a:p>
          <a:endParaRPr lang="en-US"/>
        </a:p>
      </dgm:t>
    </dgm:pt>
    <dgm:pt modelId="{62508493-26C2-40CC-B489-636198311D1A}" type="sibTrans" cxnId="{D869F42A-2A52-4D1B-979E-77C8F5D9DB3A}">
      <dgm:prSet/>
      <dgm:spPr/>
      <dgm:t>
        <a:bodyPr/>
        <a:lstStyle/>
        <a:p>
          <a:endParaRPr lang="en-US"/>
        </a:p>
      </dgm:t>
    </dgm:pt>
    <dgm:pt modelId="{983D9D10-7425-486A-8816-F44A388E275B}">
      <dgm:prSet phldrT="[Text]" phldr="0"/>
      <dgm:spPr/>
      <dgm:t>
        <a:bodyPr/>
        <a:lstStyle/>
        <a:p>
          <a:r>
            <a:rPr lang="en-US" dirty="0"/>
            <a:t>Default type</a:t>
          </a:r>
        </a:p>
      </dgm:t>
    </dgm:pt>
    <dgm:pt modelId="{5DD4B7FE-F8FB-4910-A964-9ABE763DE0CB}" type="parTrans" cxnId="{FC2B4B2E-D626-48B5-B55A-03DA06780404}">
      <dgm:prSet/>
      <dgm:spPr/>
      <dgm:t>
        <a:bodyPr/>
        <a:lstStyle/>
        <a:p>
          <a:endParaRPr lang="en-US"/>
        </a:p>
      </dgm:t>
    </dgm:pt>
    <dgm:pt modelId="{F1893898-5279-4E91-BB7D-6F79E797F722}" type="sibTrans" cxnId="{FC2B4B2E-D626-48B5-B55A-03DA06780404}">
      <dgm:prSet/>
      <dgm:spPr/>
      <dgm:t>
        <a:bodyPr/>
        <a:lstStyle/>
        <a:p>
          <a:endParaRPr lang="en-US"/>
        </a:p>
      </dgm:t>
    </dgm:pt>
    <dgm:pt modelId="{E65B808F-81AD-48DD-9C3D-F98BACF42A24}">
      <dgm:prSet phldrT="[Text]" phldr="0"/>
      <dgm:spPr/>
      <dgm:t>
        <a:bodyPr/>
        <a:lstStyle/>
        <a:p>
          <a:r>
            <a:rPr lang="en-US" dirty="0"/>
            <a:t>Mortgage Insurance</a:t>
          </a:r>
        </a:p>
      </dgm:t>
    </dgm:pt>
    <dgm:pt modelId="{45F3B58F-4CE7-4292-8091-28582435888F}" type="parTrans" cxnId="{9A4F9C94-7408-4715-87BC-361DF3566603}">
      <dgm:prSet/>
      <dgm:spPr/>
      <dgm:t>
        <a:bodyPr/>
        <a:lstStyle/>
        <a:p>
          <a:endParaRPr lang="en-US"/>
        </a:p>
      </dgm:t>
    </dgm:pt>
    <dgm:pt modelId="{B3530E37-635E-446D-85AD-EC8697021352}" type="sibTrans" cxnId="{9A4F9C94-7408-4715-87BC-361DF3566603}">
      <dgm:prSet/>
      <dgm:spPr/>
      <dgm:t>
        <a:bodyPr/>
        <a:lstStyle/>
        <a:p>
          <a:endParaRPr lang="en-US"/>
        </a:p>
      </dgm:t>
    </dgm:pt>
    <dgm:pt modelId="{16A04A78-3FE5-4791-A01C-047409A7EA2F}" type="pres">
      <dgm:prSet presAssocID="{0392AFAB-C842-4EA0-99F1-53BE5B1B7A2C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930844F-2410-44C6-8372-A677AF0D50D1}" type="pres">
      <dgm:prSet presAssocID="{4C32CEF5-29E7-4D19-B8FC-7C04E5CCF7B7}" presName="hierRoot1" presStyleCnt="0">
        <dgm:presLayoutVars>
          <dgm:hierBranch val="init"/>
        </dgm:presLayoutVars>
      </dgm:prSet>
      <dgm:spPr/>
    </dgm:pt>
    <dgm:pt modelId="{B4A33CFE-FAE5-4146-8455-C85E3BEC2F24}" type="pres">
      <dgm:prSet presAssocID="{4C32CEF5-29E7-4D19-B8FC-7C04E5CCF7B7}" presName="rootComposite1" presStyleCnt="0"/>
      <dgm:spPr/>
    </dgm:pt>
    <dgm:pt modelId="{45AD29FE-C780-4753-B93C-9478ABD0C608}" type="pres">
      <dgm:prSet presAssocID="{4C32CEF5-29E7-4D19-B8FC-7C04E5CCF7B7}" presName="rootText1" presStyleLbl="node0" presStyleIdx="0" presStyleCnt="1">
        <dgm:presLayoutVars>
          <dgm:chPref val="3"/>
        </dgm:presLayoutVars>
      </dgm:prSet>
      <dgm:spPr/>
    </dgm:pt>
    <dgm:pt modelId="{8F7A532B-4CE6-45BB-A19B-0EF2D8F5D9B1}" type="pres">
      <dgm:prSet presAssocID="{4C32CEF5-29E7-4D19-B8FC-7C04E5CCF7B7}" presName="rootConnector1" presStyleLbl="node1" presStyleIdx="0" presStyleCnt="0"/>
      <dgm:spPr/>
    </dgm:pt>
    <dgm:pt modelId="{A07066C9-C034-4105-9EF6-FB90FC724B1A}" type="pres">
      <dgm:prSet presAssocID="{4C32CEF5-29E7-4D19-B8FC-7C04E5CCF7B7}" presName="hierChild2" presStyleCnt="0"/>
      <dgm:spPr/>
    </dgm:pt>
    <dgm:pt modelId="{24B780DA-E46F-473B-B86A-8AA75AFB6685}" type="pres">
      <dgm:prSet presAssocID="{A965444F-E23D-485B-8A41-926E956EF290}" presName="Name37" presStyleLbl="parChTrans1D2" presStyleIdx="0" presStyleCnt="3"/>
      <dgm:spPr/>
    </dgm:pt>
    <dgm:pt modelId="{9D2EF00C-CF3C-4886-8F6A-9B282958B59F}" type="pres">
      <dgm:prSet presAssocID="{763656E2-9DC6-4D2F-B43A-296DB08D5866}" presName="hierRoot2" presStyleCnt="0">
        <dgm:presLayoutVars>
          <dgm:hierBranch val="init"/>
        </dgm:presLayoutVars>
      </dgm:prSet>
      <dgm:spPr/>
    </dgm:pt>
    <dgm:pt modelId="{F5EBF4AE-7692-4AC8-B7CC-4A791608027A}" type="pres">
      <dgm:prSet presAssocID="{763656E2-9DC6-4D2F-B43A-296DB08D5866}" presName="rootComposite" presStyleCnt="0"/>
      <dgm:spPr/>
    </dgm:pt>
    <dgm:pt modelId="{D1419A8B-F2EE-418D-AE22-18D354E62A28}" type="pres">
      <dgm:prSet presAssocID="{763656E2-9DC6-4D2F-B43A-296DB08D5866}" presName="rootText" presStyleLbl="node2" presStyleIdx="0" presStyleCnt="3">
        <dgm:presLayoutVars>
          <dgm:chPref val="3"/>
        </dgm:presLayoutVars>
      </dgm:prSet>
      <dgm:spPr/>
    </dgm:pt>
    <dgm:pt modelId="{F930D745-A2BD-41E4-8A4E-3D531144DF0A}" type="pres">
      <dgm:prSet presAssocID="{763656E2-9DC6-4D2F-B43A-296DB08D5866}" presName="rootConnector" presStyleLbl="node2" presStyleIdx="0" presStyleCnt="3"/>
      <dgm:spPr/>
    </dgm:pt>
    <dgm:pt modelId="{C7E80431-AFCC-424B-AB25-90C4AC0241A8}" type="pres">
      <dgm:prSet presAssocID="{763656E2-9DC6-4D2F-B43A-296DB08D5866}" presName="hierChild4" presStyleCnt="0"/>
      <dgm:spPr/>
    </dgm:pt>
    <dgm:pt modelId="{489B63E8-6B44-4351-BD73-50881973DCD5}" type="pres">
      <dgm:prSet presAssocID="{763656E2-9DC6-4D2F-B43A-296DB08D5866}" presName="hierChild5" presStyleCnt="0"/>
      <dgm:spPr/>
    </dgm:pt>
    <dgm:pt modelId="{D058EAEF-012E-4F70-9896-5B676069EF95}" type="pres">
      <dgm:prSet presAssocID="{5DD4B7FE-F8FB-4910-A964-9ABE763DE0CB}" presName="Name37" presStyleLbl="parChTrans1D2" presStyleIdx="1" presStyleCnt="3"/>
      <dgm:spPr/>
    </dgm:pt>
    <dgm:pt modelId="{1CA55F0E-81FA-48F8-A4F2-175AE94202FD}" type="pres">
      <dgm:prSet presAssocID="{983D9D10-7425-486A-8816-F44A388E275B}" presName="hierRoot2" presStyleCnt="0">
        <dgm:presLayoutVars>
          <dgm:hierBranch val="init"/>
        </dgm:presLayoutVars>
      </dgm:prSet>
      <dgm:spPr/>
    </dgm:pt>
    <dgm:pt modelId="{70B23F6A-B7E8-4A0F-88F4-51DEA3896976}" type="pres">
      <dgm:prSet presAssocID="{983D9D10-7425-486A-8816-F44A388E275B}" presName="rootComposite" presStyleCnt="0"/>
      <dgm:spPr/>
    </dgm:pt>
    <dgm:pt modelId="{79963FE5-5087-44A1-AB17-BC51EB4196BF}" type="pres">
      <dgm:prSet presAssocID="{983D9D10-7425-486A-8816-F44A388E275B}" presName="rootText" presStyleLbl="node2" presStyleIdx="1" presStyleCnt="3">
        <dgm:presLayoutVars>
          <dgm:chPref val="3"/>
        </dgm:presLayoutVars>
      </dgm:prSet>
      <dgm:spPr/>
    </dgm:pt>
    <dgm:pt modelId="{64D42B77-654A-47BF-8B3F-D702F02844F3}" type="pres">
      <dgm:prSet presAssocID="{983D9D10-7425-486A-8816-F44A388E275B}" presName="rootConnector" presStyleLbl="node2" presStyleIdx="1" presStyleCnt="3"/>
      <dgm:spPr/>
    </dgm:pt>
    <dgm:pt modelId="{E351CEB7-994E-47FB-9A82-FDA24EB6789F}" type="pres">
      <dgm:prSet presAssocID="{983D9D10-7425-486A-8816-F44A388E275B}" presName="hierChild4" presStyleCnt="0"/>
      <dgm:spPr/>
    </dgm:pt>
    <dgm:pt modelId="{08B13832-4C48-4389-A885-29AC931B7701}" type="pres">
      <dgm:prSet presAssocID="{983D9D10-7425-486A-8816-F44A388E275B}" presName="hierChild5" presStyleCnt="0"/>
      <dgm:spPr/>
    </dgm:pt>
    <dgm:pt modelId="{84FA72C0-B732-4C0A-AC46-6795DAE39DFE}" type="pres">
      <dgm:prSet presAssocID="{45F3B58F-4CE7-4292-8091-28582435888F}" presName="Name37" presStyleLbl="parChTrans1D2" presStyleIdx="2" presStyleCnt="3"/>
      <dgm:spPr/>
    </dgm:pt>
    <dgm:pt modelId="{136BE1A2-A069-43BD-A2E7-50768AC6A4F0}" type="pres">
      <dgm:prSet presAssocID="{E65B808F-81AD-48DD-9C3D-F98BACF42A24}" presName="hierRoot2" presStyleCnt="0">
        <dgm:presLayoutVars>
          <dgm:hierBranch val="init"/>
        </dgm:presLayoutVars>
      </dgm:prSet>
      <dgm:spPr/>
    </dgm:pt>
    <dgm:pt modelId="{CE6CBCB7-7626-4F00-B688-0C77E2D04D92}" type="pres">
      <dgm:prSet presAssocID="{E65B808F-81AD-48DD-9C3D-F98BACF42A24}" presName="rootComposite" presStyleCnt="0"/>
      <dgm:spPr/>
    </dgm:pt>
    <dgm:pt modelId="{0AF018AB-A48A-42F5-8FAD-841332367458}" type="pres">
      <dgm:prSet presAssocID="{E65B808F-81AD-48DD-9C3D-F98BACF42A24}" presName="rootText" presStyleLbl="node2" presStyleIdx="2" presStyleCnt="3">
        <dgm:presLayoutVars>
          <dgm:chPref val="3"/>
        </dgm:presLayoutVars>
      </dgm:prSet>
      <dgm:spPr/>
    </dgm:pt>
    <dgm:pt modelId="{474BDC29-D6DA-4E36-98F2-AF460C4F357B}" type="pres">
      <dgm:prSet presAssocID="{E65B808F-81AD-48DD-9C3D-F98BACF42A24}" presName="rootConnector" presStyleLbl="node2" presStyleIdx="2" presStyleCnt="3"/>
      <dgm:spPr/>
    </dgm:pt>
    <dgm:pt modelId="{592FEA51-D051-43C7-B315-B6799BC2F77F}" type="pres">
      <dgm:prSet presAssocID="{E65B808F-81AD-48DD-9C3D-F98BACF42A24}" presName="hierChild4" presStyleCnt="0"/>
      <dgm:spPr/>
    </dgm:pt>
    <dgm:pt modelId="{A88CD8CC-594E-4B4D-95E7-7D47691168F9}" type="pres">
      <dgm:prSet presAssocID="{E65B808F-81AD-48DD-9C3D-F98BACF42A24}" presName="hierChild5" presStyleCnt="0"/>
      <dgm:spPr/>
    </dgm:pt>
    <dgm:pt modelId="{B7FBD6D7-57FC-4DCB-81CA-21C8B9B61BFF}" type="pres">
      <dgm:prSet presAssocID="{4C32CEF5-29E7-4D19-B8FC-7C04E5CCF7B7}" presName="hierChild3" presStyleCnt="0"/>
      <dgm:spPr/>
    </dgm:pt>
  </dgm:ptLst>
  <dgm:cxnLst>
    <dgm:cxn modelId="{BF6BE80A-A433-4B47-9573-B8A5042E0BFC}" type="presOf" srcId="{45F3B58F-4CE7-4292-8091-28582435888F}" destId="{84FA72C0-B732-4C0A-AC46-6795DAE39DFE}" srcOrd="0" destOrd="0" presId="urn:microsoft.com/office/officeart/2005/8/layout/orgChart1"/>
    <dgm:cxn modelId="{A0495511-2ACD-47CF-A097-9D53572C850B}" type="presOf" srcId="{4C32CEF5-29E7-4D19-B8FC-7C04E5CCF7B7}" destId="{8F7A532B-4CE6-45BB-A19B-0EF2D8F5D9B1}" srcOrd="1" destOrd="0" presId="urn:microsoft.com/office/officeart/2005/8/layout/orgChart1"/>
    <dgm:cxn modelId="{878B0415-5A1B-4A7C-9925-E58FD650FBCD}" type="presOf" srcId="{983D9D10-7425-486A-8816-F44A388E275B}" destId="{79963FE5-5087-44A1-AB17-BC51EB4196BF}" srcOrd="0" destOrd="0" presId="urn:microsoft.com/office/officeart/2005/8/layout/orgChart1"/>
    <dgm:cxn modelId="{00155D1F-1263-4E38-959D-D6C71D2766F2}" type="presOf" srcId="{763656E2-9DC6-4D2F-B43A-296DB08D5866}" destId="{D1419A8B-F2EE-418D-AE22-18D354E62A28}" srcOrd="0" destOrd="0" presId="urn:microsoft.com/office/officeart/2005/8/layout/orgChart1"/>
    <dgm:cxn modelId="{E139BA25-DE7B-4B23-B48C-CF4C468AE101}" type="presOf" srcId="{5DD4B7FE-F8FB-4910-A964-9ABE763DE0CB}" destId="{D058EAEF-012E-4F70-9896-5B676069EF95}" srcOrd="0" destOrd="0" presId="urn:microsoft.com/office/officeart/2005/8/layout/orgChart1"/>
    <dgm:cxn modelId="{D869F42A-2A52-4D1B-979E-77C8F5D9DB3A}" srcId="{4C32CEF5-29E7-4D19-B8FC-7C04E5CCF7B7}" destId="{763656E2-9DC6-4D2F-B43A-296DB08D5866}" srcOrd="0" destOrd="0" parTransId="{A965444F-E23D-485B-8A41-926E956EF290}" sibTransId="{62508493-26C2-40CC-B489-636198311D1A}"/>
    <dgm:cxn modelId="{FC2B4B2E-D626-48B5-B55A-03DA06780404}" srcId="{4C32CEF5-29E7-4D19-B8FC-7C04E5CCF7B7}" destId="{983D9D10-7425-486A-8816-F44A388E275B}" srcOrd="1" destOrd="0" parTransId="{5DD4B7FE-F8FB-4910-A964-9ABE763DE0CB}" sibTransId="{F1893898-5279-4E91-BB7D-6F79E797F722}"/>
    <dgm:cxn modelId="{E0C9E831-B14D-488E-8A61-F7898B39F0B0}" type="presOf" srcId="{E65B808F-81AD-48DD-9C3D-F98BACF42A24}" destId="{474BDC29-D6DA-4E36-98F2-AF460C4F357B}" srcOrd="1" destOrd="0" presId="urn:microsoft.com/office/officeart/2005/8/layout/orgChart1"/>
    <dgm:cxn modelId="{4C490146-043D-4C06-A79E-578F090C96D7}" type="presOf" srcId="{4C32CEF5-29E7-4D19-B8FC-7C04E5CCF7B7}" destId="{45AD29FE-C780-4753-B93C-9478ABD0C608}" srcOrd="0" destOrd="0" presId="urn:microsoft.com/office/officeart/2005/8/layout/orgChart1"/>
    <dgm:cxn modelId="{87EBC372-C40B-48F3-B2D5-E81225BC4CEC}" type="presOf" srcId="{983D9D10-7425-486A-8816-F44A388E275B}" destId="{64D42B77-654A-47BF-8B3F-D702F02844F3}" srcOrd="1" destOrd="0" presId="urn:microsoft.com/office/officeart/2005/8/layout/orgChart1"/>
    <dgm:cxn modelId="{91641C54-B111-4AD4-A918-4D891BB10276}" type="presOf" srcId="{0392AFAB-C842-4EA0-99F1-53BE5B1B7A2C}" destId="{16A04A78-3FE5-4791-A01C-047409A7EA2F}" srcOrd="0" destOrd="0" presId="urn:microsoft.com/office/officeart/2005/8/layout/orgChart1"/>
    <dgm:cxn modelId="{FC785674-E19E-4B38-99B8-ED50D538B52D}" type="presOf" srcId="{763656E2-9DC6-4D2F-B43A-296DB08D5866}" destId="{F930D745-A2BD-41E4-8A4E-3D531144DF0A}" srcOrd="1" destOrd="0" presId="urn:microsoft.com/office/officeart/2005/8/layout/orgChart1"/>
    <dgm:cxn modelId="{9A4F9C94-7408-4715-87BC-361DF3566603}" srcId="{4C32CEF5-29E7-4D19-B8FC-7C04E5CCF7B7}" destId="{E65B808F-81AD-48DD-9C3D-F98BACF42A24}" srcOrd="2" destOrd="0" parTransId="{45F3B58F-4CE7-4292-8091-28582435888F}" sibTransId="{B3530E37-635E-446D-85AD-EC8697021352}"/>
    <dgm:cxn modelId="{39E78EA1-0FD6-4EF6-8E8E-972A600C45D0}" srcId="{0392AFAB-C842-4EA0-99F1-53BE5B1B7A2C}" destId="{4C32CEF5-29E7-4D19-B8FC-7C04E5CCF7B7}" srcOrd="0" destOrd="0" parTransId="{485AEA27-C4F3-4AF1-B4E4-D09BF3037A96}" sibTransId="{900E1B1B-7E7A-457D-B47A-FE468C1B0EF7}"/>
    <dgm:cxn modelId="{29DAA0E3-E628-4DAD-ADEB-676FE0785157}" type="presOf" srcId="{A965444F-E23D-485B-8A41-926E956EF290}" destId="{24B780DA-E46F-473B-B86A-8AA75AFB6685}" srcOrd="0" destOrd="0" presId="urn:microsoft.com/office/officeart/2005/8/layout/orgChart1"/>
    <dgm:cxn modelId="{F5D8EBF4-4C30-4A0B-915D-DAA390DF04BA}" type="presOf" srcId="{E65B808F-81AD-48DD-9C3D-F98BACF42A24}" destId="{0AF018AB-A48A-42F5-8FAD-841332367458}" srcOrd="0" destOrd="0" presId="urn:microsoft.com/office/officeart/2005/8/layout/orgChart1"/>
    <dgm:cxn modelId="{F8F69D00-B476-4DA0-BE4D-4EB129BBB917}" type="presParOf" srcId="{16A04A78-3FE5-4791-A01C-047409A7EA2F}" destId="{F930844F-2410-44C6-8372-A677AF0D50D1}" srcOrd="0" destOrd="0" presId="urn:microsoft.com/office/officeart/2005/8/layout/orgChart1"/>
    <dgm:cxn modelId="{F2ED2BF9-4D42-425F-B17A-09E32804B6DF}" type="presParOf" srcId="{F930844F-2410-44C6-8372-A677AF0D50D1}" destId="{B4A33CFE-FAE5-4146-8455-C85E3BEC2F24}" srcOrd="0" destOrd="0" presId="urn:microsoft.com/office/officeart/2005/8/layout/orgChart1"/>
    <dgm:cxn modelId="{B1F7DC67-C096-495B-B936-B98AFB549E3C}" type="presParOf" srcId="{B4A33CFE-FAE5-4146-8455-C85E3BEC2F24}" destId="{45AD29FE-C780-4753-B93C-9478ABD0C608}" srcOrd="0" destOrd="0" presId="urn:microsoft.com/office/officeart/2005/8/layout/orgChart1"/>
    <dgm:cxn modelId="{492D50D4-E966-491A-8A4C-9FD3E7975C54}" type="presParOf" srcId="{B4A33CFE-FAE5-4146-8455-C85E3BEC2F24}" destId="{8F7A532B-4CE6-45BB-A19B-0EF2D8F5D9B1}" srcOrd="1" destOrd="0" presId="urn:microsoft.com/office/officeart/2005/8/layout/orgChart1"/>
    <dgm:cxn modelId="{2DA2C3C0-1143-4F18-A34D-2B2F43898C73}" type="presParOf" srcId="{F930844F-2410-44C6-8372-A677AF0D50D1}" destId="{A07066C9-C034-4105-9EF6-FB90FC724B1A}" srcOrd="1" destOrd="0" presId="urn:microsoft.com/office/officeart/2005/8/layout/orgChart1"/>
    <dgm:cxn modelId="{A290802C-4BA8-4913-9106-ACD7887E1D33}" type="presParOf" srcId="{A07066C9-C034-4105-9EF6-FB90FC724B1A}" destId="{24B780DA-E46F-473B-B86A-8AA75AFB6685}" srcOrd="0" destOrd="0" presId="urn:microsoft.com/office/officeart/2005/8/layout/orgChart1"/>
    <dgm:cxn modelId="{41785B77-65FF-4432-A273-5352D68C2EEE}" type="presParOf" srcId="{A07066C9-C034-4105-9EF6-FB90FC724B1A}" destId="{9D2EF00C-CF3C-4886-8F6A-9B282958B59F}" srcOrd="1" destOrd="0" presId="urn:microsoft.com/office/officeart/2005/8/layout/orgChart1"/>
    <dgm:cxn modelId="{4604BF1F-16EC-4AAC-A738-24F0969E5803}" type="presParOf" srcId="{9D2EF00C-CF3C-4886-8F6A-9B282958B59F}" destId="{F5EBF4AE-7692-4AC8-B7CC-4A791608027A}" srcOrd="0" destOrd="0" presId="urn:microsoft.com/office/officeart/2005/8/layout/orgChart1"/>
    <dgm:cxn modelId="{0121127F-A5C4-4943-A174-81C5A86356DA}" type="presParOf" srcId="{F5EBF4AE-7692-4AC8-B7CC-4A791608027A}" destId="{D1419A8B-F2EE-418D-AE22-18D354E62A28}" srcOrd="0" destOrd="0" presId="urn:microsoft.com/office/officeart/2005/8/layout/orgChart1"/>
    <dgm:cxn modelId="{02E39563-A080-4774-8DDA-7520EFDDCF70}" type="presParOf" srcId="{F5EBF4AE-7692-4AC8-B7CC-4A791608027A}" destId="{F930D745-A2BD-41E4-8A4E-3D531144DF0A}" srcOrd="1" destOrd="0" presId="urn:microsoft.com/office/officeart/2005/8/layout/orgChart1"/>
    <dgm:cxn modelId="{C5548F83-381B-4B09-AB01-44DA48FB684D}" type="presParOf" srcId="{9D2EF00C-CF3C-4886-8F6A-9B282958B59F}" destId="{C7E80431-AFCC-424B-AB25-90C4AC0241A8}" srcOrd="1" destOrd="0" presId="urn:microsoft.com/office/officeart/2005/8/layout/orgChart1"/>
    <dgm:cxn modelId="{A4E039D0-3DA5-4F02-B58F-841F17B888F4}" type="presParOf" srcId="{9D2EF00C-CF3C-4886-8F6A-9B282958B59F}" destId="{489B63E8-6B44-4351-BD73-50881973DCD5}" srcOrd="2" destOrd="0" presId="urn:microsoft.com/office/officeart/2005/8/layout/orgChart1"/>
    <dgm:cxn modelId="{354EC1FC-4644-4EAA-A6F8-B2431729F8E6}" type="presParOf" srcId="{A07066C9-C034-4105-9EF6-FB90FC724B1A}" destId="{D058EAEF-012E-4F70-9896-5B676069EF95}" srcOrd="2" destOrd="0" presId="urn:microsoft.com/office/officeart/2005/8/layout/orgChart1"/>
    <dgm:cxn modelId="{232090FC-E46F-45BC-B442-B2F55D30FC77}" type="presParOf" srcId="{A07066C9-C034-4105-9EF6-FB90FC724B1A}" destId="{1CA55F0E-81FA-48F8-A4F2-175AE94202FD}" srcOrd="3" destOrd="0" presId="urn:microsoft.com/office/officeart/2005/8/layout/orgChart1"/>
    <dgm:cxn modelId="{CBB64375-D79F-4833-A31B-BA15DE7C7F52}" type="presParOf" srcId="{1CA55F0E-81FA-48F8-A4F2-175AE94202FD}" destId="{70B23F6A-B7E8-4A0F-88F4-51DEA3896976}" srcOrd="0" destOrd="0" presId="urn:microsoft.com/office/officeart/2005/8/layout/orgChart1"/>
    <dgm:cxn modelId="{F825B24C-312E-443C-B9D1-158160F7D445}" type="presParOf" srcId="{70B23F6A-B7E8-4A0F-88F4-51DEA3896976}" destId="{79963FE5-5087-44A1-AB17-BC51EB4196BF}" srcOrd="0" destOrd="0" presId="urn:microsoft.com/office/officeart/2005/8/layout/orgChart1"/>
    <dgm:cxn modelId="{EF429DFF-4C56-407C-8995-1375AB0E9D4C}" type="presParOf" srcId="{70B23F6A-B7E8-4A0F-88F4-51DEA3896976}" destId="{64D42B77-654A-47BF-8B3F-D702F02844F3}" srcOrd="1" destOrd="0" presId="urn:microsoft.com/office/officeart/2005/8/layout/orgChart1"/>
    <dgm:cxn modelId="{AAE58D49-5313-416C-9910-D944D66BE56C}" type="presParOf" srcId="{1CA55F0E-81FA-48F8-A4F2-175AE94202FD}" destId="{E351CEB7-994E-47FB-9A82-FDA24EB6789F}" srcOrd="1" destOrd="0" presId="urn:microsoft.com/office/officeart/2005/8/layout/orgChart1"/>
    <dgm:cxn modelId="{B3B26F41-BBA6-4AED-B7FA-BEFCCD729704}" type="presParOf" srcId="{1CA55F0E-81FA-48F8-A4F2-175AE94202FD}" destId="{08B13832-4C48-4389-A885-29AC931B7701}" srcOrd="2" destOrd="0" presId="urn:microsoft.com/office/officeart/2005/8/layout/orgChart1"/>
    <dgm:cxn modelId="{5715DC84-3D76-4182-9F7E-3F33410108FA}" type="presParOf" srcId="{A07066C9-C034-4105-9EF6-FB90FC724B1A}" destId="{84FA72C0-B732-4C0A-AC46-6795DAE39DFE}" srcOrd="4" destOrd="0" presId="urn:microsoft.com/office/officeart/2005/8/layout/orgChart1"/>
    <dgm:cxn modelId="{CAFB3D8C-7893-4642-BE4B-7DF7CEC4F657}" type="presParOf" srcId="{A07066C9-C034-4105-9EF6-FB90FC724B1A}" destId="{136BE1A2-A069-43BD-A2E7-50768AC6A4F0}" srcOrd="5" destOrd="0" presId="urn:microsoft.com/office/officeart/2005/8/layout/orgChart1"/>
    <dgm:cxn modelId="{286AE6BB-0703-46B8-BAB9-B6D4EFB83029}" type="presParOf" srcId="{136BE1A2-A069-43BD-A2E7-50768AC6A4F0}" destId="{CE6CBCB7-7626-4F00-B688-0C77E2D04D92}" srcOrd="0" destOrd="0" presId="urn:microsoft.com/office/officeart/2005/8/layout/orgChart1"/>
    <dgm:cxn modelId="{173DE18C-5064-425C-A2A4-6E1805F4E992}" type="presParOf" srcId="{CE6CBCB7-7626-4F00-B688-0C77E2D04D92}" destId="{0AF018AB-A48A-42F5-8FAD-841332367458}" srcOrd="0" destOrd="0" presId="urn:microsoft.com/office/officeart/2005/8/layout/orgChart1"/>
    <dgm:cxn modelId="{77087092-CA12-431D-87B3-E8FE8A9CE505}" type="presParOf" srcId="{CE6CBCB7-7626-4F00-B688-0C77E2D04D92}" destId="{474BDC29-D6DA-4E36-98F2-AF460C4F357B}" srcOrd="1" destOrd="0" presId="urn:microsoft.com/office/officeart/2005/8/layout/orgChart1"/>
    <dgm:cxn modelId="{579CC784-82CF-4448-9BD7-73C9698E3AAF}" type="presParOf" srcId="{136BE1A2-A069-43BD-A2E7-50768AC6A4F0}" destId="{592FEA51-D051-43C7-B315-B6799BC2F77F}" srcOrd="1" destOrd="0" presId="urn:microsoft.com/office/officeart/2005/8/layout/orgChart1"/>
    <dgm:cxn modelId="{8D8C80CF-0021-4AC3-80F2-4E07E98C55EC}" type="presParOf" srcId="{136BE1A2-A069-43BD-A2E7-50768AC6A4F0}" destId="{A88CD8CC-594E-4B4D-95E7-7D47691168F9}" srcOrd="2" destOrd="0" presId="urn:microsoft.com/office/officeart/2005/8/layout/orgChart1"/>
    <dgm:cxn modelId="{0CDBCBDF-E4DF-4C8C-B2A8-31410D71FFE0}" type="presParOf" srcId="{F930844F-2410-44C6-8372-A677AF0D50D1}" destId="{B7FBD6D7-57FC-4DCB-81CA-21C8B9B61BFF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359AC54-C077-4F20-8BA0-07AB60BBCF7B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E0BFDE-8E4F-4DF7-83FA-750D549853C2}">
      <dgm:prSet phldrT="[Text]" phldr="0"/>
      <dgm:spPr/>
      <dgm:t>
        <a:bodyPr/>
        <a:lstStyle/>
        <a:p>
          <a:r>
            <a:rPr lang="en-US" dirty="0"/>
            <a:t>Women in the team</a:t>
          </a:r>
        </a:p>
      </dgm:t>
    </dgm:pt>
    <dgm:pt modelId="{EF36957E-8A17-4887-87CE-84AC487564B9}" type="parTrans" cxnId="{91DFE5B3-51F3-4761-9B8B-62F3AA2985CE}">
      <dgm:prSet/>
      <dgm:spPr/>
      <dgm:t>
        <a:bodyPr/>
        <a:lstStyle/>
        <a:p>
          <a:endParaRPr lang="en-US"/>
        </a:p>
      </dgm:t>
    </dgm:pt>
    <dgm:pt modelId="{BFBD4E85-2458-48C5-AE18-7BC7F112227B}" type="sibTrans" cxnId="{91DFE5B3-51F3-4761-9B8B-62F3AA2985CE}">
      <dgm:prSet/>
      <dgm:spPr/>
      <dgm:t>
        <a:bodyPr/>
        <a:lstStyle/>
        <a:p>
          <a:endParaRPr lang="en-US"/>
        </a:p>
      </dgm:t>
    </dgm:pt>
    <dgm:pt modelId="{5F8EA75F-EC62-4E91-976A-A02045F4C260}" type="pres">
      <dgm:prSet presAssocID="{5359AC54-C077-4F20-8BA0-07AB60BBCF7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73C5EAD-FE13-4464-A023-A579E7527B0D}" type="pres">
      <dgm:prSet presAssocID="{60E0BFDE-8E4F-4DF7-83FA-750D549853C2}" presName="root1" presStyleCnt="0"/>
      <dgm:spPr/>
    </dgm:pt>
    <dgm:pt modelId="{3BCAB6E7-3C8B-4AD1-96A7-E15ED4DC1AB0}" type="pres">
      <dgm:prSet presAssocID="{60E0BFDE-8E4F-4DF7-83FA-750D549853C2}" presName="LevelOneTextNode" presStyleLbl="node0" presStyleIdx="0" presStyleCnt="1" custLinFactNeighborX="-12684" custLinFactNeighborY="-4529">
        <dgm:presLayoutVars>
          <dgm:chPref val="3"/>
        </dgm:presLayoutVars>
      </dgm:prSet>
      <dgm:spPr/>
    </dgm:pt>
    <dgm:pt modelId="{8F740A56-505D-4FF6-95FF-91ABBA25BC9B}" type="pres">
      <dgm:prSet presAssocID="{60E0BFDE-8E4F-4DF7-83FA-750D549853C2}" presName="level2hierChild" presStyleCnt="0"/>
      <dgm:spPr/>
    </dgm:pt>
  </dgm:ptLst>
  <dgm:cxnLst>
    <dgm:cxn modelId="{B6BB5A62-96D3-447F-88FC-FB78A62B455D}" type="presOf" srcId="{60E0BFDE-8E4F-4DF7-83FA-750D549853C2}" destId="{3BCAB6E7-3C8B-4AD1-96A7-E15ED4DC1AB0}" srcOrd="0" destOrd="0" presId="urn:microsoft.com/office/officeart/2005/8/layout/hierarchy2"/>
    <dgm:cxn modelId="{82A71850-2D32-497D-B19B-A812D4432542}" type="presOf" srcId="{5359AC54-C077-4F20-8BA0-07AB60BBCF7B}" destId="{5F8EA75F-EC62-4E91-976A-A02045F4C260}" srcOrd="0" destOrd="0" presId="urn:microsoft.com/office/officeart/2005/8/layout/hierarchy2"/>
    <dgm:cxn modelId="{91DFE5B3-51F3-4761-9B8B-62F3AA2985CE}" srcId="{5359AC54-C077-4F20-8BA0-07AB60BBCF7B}" destId="{60E0BFDE-8E4F-4DF7-83FA-750D549853C2}" srcOrd="0" destOrd="0" parTransId="{EF36957E-8A17-4887-87CE-84AC487564B9}" sibTransId="{BFBD4E85-2458-48C5-AE18-7BC7F112227B}"/>
    <dgm:cxn modelId="{56C9358B-CDC9-4DFE-8D6A-263B45105A60}" type="presParOf" srcId="{5F8EA75F-EC62-4E91-976A-A02045F4C260}" destId="{D73C5EAD-FE13-4464-A023-A579E7527B0D}" srcOrd="0" destOrd="0" presId="urn:microsoft.com/office/officeart/2005/8/layout/hierarchy2"/>
    <dgm:cxn modelId="{14BD741F-E829-42F9-953F-256CC824BE9D}" type="presParOf" srcId="{D73C5EAD-FE13-4464-A023-A579E7527B0D}" destId="{3BCAB6E7-3C8B-4AD1-96A7-E15ED4DC1AB0}" srcOrd="0" destOrd="0" presId="urn:microsoft.com/office/officeart/2005/8/layout/hierarchy2"/>
    <dgm:cxn modelId="{796EECED-7F27-4827-977C-108FD0BA6AD4}" type="presParOf" srcId="{D73C5EAD-FE13-4464-A023-A579E7527B0D}" destId="{8F740A56-505D-4FF6-95FF-91ABBA25BC9B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E71C4B8-1C50-42B3-8A29-094CD71CDE5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9E73-9451-41A5-B7DD-156B2105CFF3}">
      <dgm:prSet phldrT="[Text]" phldr="0"/>
      <dgm:spPr/>
      <dgm:t>
        <a:bodyPr/>
        <a:lstStyle/>
        <a:p>
          <a:r>
            <a:rPr lang="en-US" dirty="0"/>
            <a:t>Tech</a:t>
          </a:r>
        </a:p>
      </dgm:t>
    </dgm:pt>
    <dgm:pt modelId="{DA6271EE-2CFA-4961-8014-2BFC9470A9FD}" type="parTrans" cxnId="{3C30CD62-2D72-409A-85DD-14ED8ABC5BC1}">
      <dgm:prSet/>
      <dgm:spPr/>
      <dgm:t>
        <a:bodyPr/>
        <a:lstStyle/>
        <a:p>
          <a:endParaRPr lang="en-US"/>
        </a:p>
      </dgm:t>
    </dgm:pt>
    <dgm:pt modelId="{7DFF480A-4B09-4475-9FE5-192C8E26FD38}" type="sibTrans" cxnId="{3C30CD62-2D72-409A-85DD-14ED8ABC5BC1}">
      <dgm:prSet/>
      <dgm:spPr/>
      <dgm:t>
        <a:bodyPr/>
        <a:lstStyle/>
        <a:p>
          <a:endParaRPr lang="en-US"/>
        </a:p>
      </dgm:t>
    </dgm:pt>
    <dgm:pt modelId="{4A1003EF-34BE-4B1C-AA53-754F4555C338}">
      <dgm:prSet phldrT="[Text]" phldr="0"/>
      <dgm:spPr/>
      <dgm:t>
        <a:bodyPr/>
        <a:lstStyle/>
        <a:p>
          <a:r>
            <a:rPr lang="en-US" dirty="0"/>
            <a:t>EMA</a:t>
          </a:r>
        </a:p>
      </dgm:t>
    </dgm:pt>
    <dgm:pt modelId="{0E7A2968-2CB0-4698-A87E-FADE4463A25E}" type="parTrans" cxnId="{F598D2D1-7E62-4707-B05E-5485ED28DA69}">
      <dgm:prSet/>
      <dgm:spPr/>
      <dgm:t>
        <a:bodyPr/>
        <a:lstStyle/>
        <a:p>
          <a:endParaRPr lang="en-US"/>
        </a:p>
      </dgm:t>
    </dgm:pt>
    <dgm:pt modelId="{0A90B734-4828-41C9-8DC8-87981AF97B74}" type="sibTrans" cxnId="{F598D2D1-7E62-4707-B05E-5485ED28DA69}">
      <dgm:prSet/>
      <dgm:spPr/>
      <dgm:t>
        <a:bodyPr/>
        <a:lstStyle/>
        <a:p>
          <a:endParaRPr lang="en-US"/>
        </a:p>
      </dgm:t>
    </dgm:pt>
    <dgm:pt modelId="{488965CC-D6FA-4F75-8862-B0AFDEE9A695}">
      <dgm:prSet phldrT="[Text]" phldr="0"/>
      <dgm:spPr/>
      <dgm:t>
        <a:bodyPr/>
        <a:lstStyle/>
        <a:p>
          <a:r>
            <a:rPr lang="en-US" dirty="0"/>
            <a:t>ESR</a:t>
          </a:r>
        </a:p>
      </dgm:t>
    </dgm:pt>
    <dgm:pt modelId="{BF8C6AF8-BA9D-4221-8BBF-E2D885B58EBD}" type="parTrans" cxnId="{4F7D1A7A-2E9C-43E9-B5ED-03B99D256B50}">
      <dgm:prSet/>
      <dgm:spPr/>
      <dgm:t>
        <a:bodyPr/>
        <a:lstStyle/>
        <a:p>
          <a:endParaRPr lang="en-US"/>
        </a:p>
      </dgm:t>
    </dgm:pt>
    <dgm:pt modelId="{F4F1F973-8496-40EC-A417-0EDA2128431B}" type="sibTrans" cxnId="{4F7D1A7A-2E9C-43E9-B5ED-03B99D256B50}">
      <dgm:prSet/>
      <dgm:spPr/>
      <dgm:t>
        <a:bodyPr/>
        <a:lstStyle/>
        <a:p>
          <a:endParaRPr lang="en-US"/>
        </a:p>
      </dgm:t>
    </dgm:pt>
    <dgm:pt modelId="{14EC53C5-F4BC-4473-AE32-BFA4E339ACB6}" type="pres">
      <dgm:prSet presAssocID="{FE71C4B8-1C50-42B3-8A29-094CD71CDE5E}" presName="Name0" presStyleCnt="0">
        <dgm:presLayoutVars>
          <dgm:dir/>
          <dgm:resizeHandles val="exact"/>
        </dgm:presLayoutVars>
      </dgm:prSet>
      <dgm:spPr/>
    </dgm:pt>
    <dgm:pt modelId="{197ABD2A-A36E-4A15-A6E6-1A25A2AAF3D6}" type="pres">
      <dgm:prSet presAssocID="{BF989E73-9451-41A5-B7DD-156B2105CFF3}" presName="node" presStyleLbl="node1" presStyleIdx="0" presStyleCnt="3">
        <dgm:presLayoutVars>
          <dgm:bulletEnabled val="1"/>
        </dgm:presLayoutVars>
      </dgm:prSet>
      <dgm:spPr/>
    </dgm:pt>
    <dgm:pt modelId="{EAF7B1AB-90EE-4AF3-AD76-945DB9584CB5}" type="pres">
      <dgm:prSet presAssocID="{7DFF480A-4B09-4475-9FE5-192C8E26FD38}" presName="sibTrans" presStyleLbl="sibTrans2D1" presStyleIdx="0" presStyleCnt="2"/>
      <dgm:spPr/>
    </dgm:pt>
    <dgm:pt modelId="{5AF6A506-FEEF-45FE-952B-1061CAAF8F14}" type="pres">
      <dgm:prSet presAssocID="{7DFF480A-4B09-4475-9FE5-192C8E26FD38}" presName="connectorText" presStyleLbl="sibTrans2D1" presStyleIdx="0" presStyleCnt="2"/>
      <dgm:spPr/>
    </dgm:pt>
    <dgm:pt modelId="{D3A96BFA-0A0B-47F4-BCF6-259DD57A36F8}" type="pres">
      <dgm:prSet presAssocID="{4A1003EF-34BE-4B1C-AA53-754F4555C338}" presName="node" presStyleLbl="node1" presStyleIdx="1" presStyleCnt="3">
        <dgm:presLayoutVars>
          <dgm:bulletEnabled val="1"/>
        </dgm:presLayoutVars>
      </dgm:prSet>
      <dgm:spPr/>
    </dgm:pt>
    <dgm:pt modelId="{A3A0300D-A171-4E09-8024-1DDA649B8D02}" type="pres">
      <dgm:prSet presAssocID="{0A90B734-4828-41C9-8DC8-87981AF97B74}" presName="sibTrans" presStyleLbl="sibTrans2D1" presStyleIdx="1" presStyleCnt="2"/>
      <dgm:spPr/>
    </dgm:pt>
    <dgm:pt modelId="{68A50BA8-1D84-4CB8-BABA-BFE58B489D34}" type="pres">
      <dgm:prSet presAssocID="{0A90B734-4828-41C9-8DC8-87981AF97B74}" presName="connectorText" presStyleLbl="sibTrans2D1" presStyleIdx="1" presStyleCnt="2"/>
      <dgm:spPr/>
    </dgm:pt>
    <dgm:pt modelId="{CF91F896-2831-4D1C-9FA7-BD75F369F7B1}" type="pres">
      <dgm:prSet presAssocID="{488965CC-D6FA-4F75-8862-B0AFDEE9A695}" presName="node" presStyleLbl="node1" presStyleIdx="2" presStyleCnt="3">
        <dgm:presLayoutVars>
          <dgm:bulletEnabled val="1"/>
        </dgm:presLayoutVars>
      </dgm:prSet>
      <dgm:spPr/>
    </dgm:pt>
  </dgm:ptLst>
  <dgm:cxnLst>
    <dgm:cxn modelId="{59FD5104-8844-4F6D-8CB1-35A5A2A92918}" type="presOf" srcId="{0A90B734-4828-41C9-8DC8-87981AF97B74}" destId="{A3A0300D-A171-4E09-8024-1DDA649B8D02}" srcOrd="0" destOrd="0" presId="urn:microsoft.com/office/officeart/2005/8/layout/process1"/>
    <dgm:cxn modelId="{2FC3360C-616A-4B5A-89BA-0E33431A1E2D}" type="presOf" srcId="{7DFF480A-4B09-4475-9FE5-192C8E26FD38}" destId="{EAF7B1AB-90EE-4AF3-AD76-945DB9584CB5}" srcOrd="0" destOrd="0" presId="urn:microsoft.com/office/officeart/2005/8/layout/process1"/>
    <dgm:cxn modelId="{4843291F-FF9D-42EF-9F93-3E38CC31146A}" type="presOf" srcId="{4A1003EF-34BE-4B1C-AA53-754F4555C338}" destId="{D3A96BFA-0A0B-47F4-BCF6-259DD57A36F8}" srcOrd="0" destOrd="0" presId="urn:microsoft.com/office/officeart/2005/8/layout/process1"/>
    <dgm:cxn modelId="{3C30CD62-2D72-409A-85DD-14ED8ABC5BC1}" srcId="{FE71C4B8-1C50-42B3-8A29-094CD71CDE5E}" destId="{BF989E73-9451-41A5-B7DD-156B2105CFF3}" srcOrd="0" destOrd="0" parTransId="{DA6271EE-2CFA-4961-8014-2BFC9470A9FD}" sibTransId="{7DFF480A-4B09-4475-9FE5-192C8E26FD38}"/>
    <dgm:cxn modelId="{F5D9FF76-6F1D-4476-A869-8CC639083DAC}" type="presOf" srcId="{488965CC-D6FA-4F75-8862-B0AFDEE9A695}" destId="{CF91F896-2831-4D1C-9FA7-BD75F369F7B1}" srcOrd="0" destOrd="0" presId="urn:microsoft.com/office/officeart/2005/8/layout/process1"/>
    <dgm:cxn modelId="{4F7D1A7A-2E9C-43E9-B5ED-03B99D256B50}" srcId="{FE71C4B8-1C50-42B3-8A29-094CD71CDE5E}" destId="{488965CC-D6FA-4F75-8862-B0AFDEE9A695}" srcOrd="2" destOrd="0" parTransId="{BF8C6AF8-BA9D-4221-8BBF-E2D885B58EBD}" sibTransId="{F4F1F973-8496-40EC-A417-0EDA2128431B}"/>
    <dgm:cxn modelId="{82C9A75A-0FC8-4ABA-810E-0BAE628022ED}" type="presOf" srcId="{FE71C4B8-1C50-42B3-8A29-094CD71CDE5E}" destId="{14EC53C5-F4BC-4473-AE32-BFA4E339ACB6}" srcOrd="0" destOrd="0" presId="urn:microsoft.com/office/officeart/2005/8/layout/process1"/>
    <dgm:cxn modelId="{F598D2D1-7E62-4707-B05E-5485ED28DA69}" srcId="{FE71C4B8-1C50-42B3-8A29-094CD71CDE5E}" destId="{4A1003EF-34BE-4B1C-AA53-754F4555C338}" srcOrd="1" destOrd="0" parTransId="{0E7A2968-2CB0-4698-A87E-FADE4463A25E}" sibTransId="{0A90B734-4828-41C9-8DC8-87981AF97B74}"/>
    <dgm:cxn modelId="{4CA1B8EA-E8E5-4EA3-9FA5-64F878D4CAE8}" type="presOf" srcId="{BF989E73-9451-41A5-B7DD-156B2105CFF3}" destId="{197ABD2A-A36E-4A15-A6E6-1A25A2AAF3D6}" srcOrd="0" destOrd="0" presId="urn:microsoft.com/office/officeart/2005/8/layout/process1"/>
    <dgm:cxn modelId="{D308F0F4-A4E7-4068-98CD-2074A7B88F28}" type="presOf" srcId="{7DFF480A-4B09-4475-9FE5-192C8E26FD38}" destId="{5AF6A506-FEEF-45FE-952B-1061CAAF8F14}" srcOrd="1" destOrd="0" presId="urn:microsoft.com/office/officeart/2005/8/layout/process1"/>
    <dgm:cxn modelId="{F9A108F6-18CA-4A9F-BA0E-A5FCECF1C79E}" type="presOf" srcId="{0A90B734-4828-41C9-8DC8-87981AF97B74}" destId="{68A50BA8-1D84-4CB8-BABA-BFE58B489D34}" srcOrd="1" destOrd="0" presId="urn:microsoft.com/office/officeart/2005/8/layout/process1"/>
    <dgm:cxn modelId="{1EFFEE84-4C54-4634-8519-11E5A67395C5}" type="presParOf" srcId="{14EC53C5-F4BC-4473-AE32-BFA4E339ACB6}" destId="{197ABD2A-A36E-4A15-A6E6-1A25A2AAF3D6}" srcOrd="0" destOrd="0" presId="urn:microsoft.com/office/officeart/2005/8/layout/process1"/>
    <dgm:cxn modelId="{3A7F0B32-D13D-4634-BDA8-4AC13829D2C4}" type="presParOf" srcId="{14EC53C5-F4BC-4473-AE32-BFA4E339ACB6}" destId="{EAF7B1AB-90EE-4AF3-AD76-945DB9584CB5}" srcOrd="1" destOrd="0" presId="urn:microsoft.com/office/officeart/2005/8/layout/process1"/>
    <dgm:cxn modelId="{2FE3F2DB-5C9F-4F64-94BD-850BE1423F03}" type="presParOf" srcId="{EAF7B1AB-90EE-4AF3-AD76-945DB9584CB5}" destId="{5AF6A506-FEEF-45FE-952B-1061CAAF8F14}" srcOrd="0" destOrd="0" presId="urn:microsoft.com/office/officeart/2005/8/layout/process1"/>
    <dgm:cxn modelId="{7773E464-9B0A-4A9E-9D76-CECBA5CAC5DF}" type="presParOf" srcId="{14EC53C5-F4BC-4473-AE32-BFA4E339ACB6}" destId="{D3A96BFA-0A0B-47F4-BCF6-259DD57A36F8}" srcOrd="2" destOrd="0" presId="urn:microsoft.com/office/officeart/2005/8/layout/process1"/>
    <dgm:cxn modelId="{694AAFDF-0AD5-4CCE-8420-FD4797F28E35}" type="presParOf" srcId="{14EC53C5-F4BC-4473-AE32-BFA4E339ACB6}" destId="{A3A0300D-A171-4E09-8024-1DDA649B8D02}" srcOrd="3" destOrd="0" presId="urn:microsoft.com/office/officeart/2005/8/layout/process1"/>
    <dgm:cxn modelId="{F2D8CE53-2432-496C-8D88-F5B0890AD306}" type="presParOf" srcId="{A3A0300D-A171-4E09-8024-1DDA649B8D02}" destId="{68A50BA8-1D84-4CB8-BABA-BFE58B489D34}" srcOrd="0" destOrd="0" presId="urn:microsoft.com/office/officeart/2005/8/layout/process1"/>
    <dgm:cxn modelId="{E2EC0773-6204-42DC-A674-230852E3FEB8}" type="presParOf" srcId="{14EC53C5-F4BC-4473-AE32-BFA4E339ACB6}" destId="{CF91F896-2831-4D1C-9FA7-BD75F369F7B1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359AC54-C077-4F20-8BA0-07AB60BBCF7B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E0BFDE-8E4F-4DF7-83FA-750D549853C2}">
      <dgm:prSet phldrT="[Text]" phldr="0"/>
      <dgm:spPr/>
      <dgm:t>
        <a:bodyPr/>
        <a:lstStyle/>
        <a:p>
          <a:r>
            <a:rPr lang="en-US" dirty="0"/>
            <a:t>SAS</a:t>
          </a:r>
        </a:p>
      </dgm:t>
    </dgm:pt>
    <dgm:pt modelId="{EF36957E-8A17-4887-87CE-84AC487564B9}" type="parTrans" cxnId="{91DFE5B3-51F3-4761-9B8B-62F3AA2985CE}">
      <dgm:prSet/>
      <dgm:spPr/>
      <dgm:t>
        <a:bodyPr/>
        <a:lstStyle/>
        <a:p>
          <a:endParaRPr lang="en-US"/>
        </a:p>
      </dgm:t>
    </dgm:pt>
    <dgm:pt modelId="{BFBD4E85-2458-48C5-AE18-7BC7F112227B}" type="sibTrans" cxnId="{91DFE5B3-51F3-4761-9B8B-62F3AA2985CE}">
      <dgm:prSet/>
      <dgm:spPr/>
      <dgm:t>
        <a:bodyPr/>
        <a:lstStyle/>
        <a:p>
          <a:endParaRPr lang="en-US"/>
        </a:p>
      </dgm:t>
    </dgm:pt>
    <dgm:pt modelId="{D4246179-824B-4DC4-8A7C-A9F0CBFC8832}">
      <dgm:prSet phldrT="[Text]" phldr="0"/>
      <dgm:spPr/>
      <dgm:t>
        <a:bodyPr/>
        <a:lstStyle/>
        <a:p>
          <a:r>
            <a:rPr lang="en-US" dirty="0"/>
            <a:t>R</a:t>
          </a:r>
        </a:p>
      </dgm:t>
    </dgm:pt>
    <dgm:pt modelId="{718EF08F-174C-4039-AF76-97E96AB6E283}" type="parTrans" cxnId="{DB601E40-8480-4C5B-9BE0-3B28655872F6}">
      <dgm:prSet/>
      <dgm:spPr/>
      <dgm:t>
        <a:bodyPr/>
        <a:lstStyle/>
        <a:p>
          <a:endParaRPr lang="en-US"/>
        </a:p>
      </dgm:t>
    </dgm:pt>
    <dgm:pt modelId="{61434210-8BBC-4A3A-9310-D6F3F3232608}" type="sibTrans" cxnId="{DB601E40-8480-4C5B-9BE0-3B28655872F6}">
      <dgm:prSet/>
      <dgm:spPr/>
      <dgm:t>
        <a:bodyPr/>
        <a:lstStyle/>
        <a:p>
          <a:endParaRPr lang="en-US"/>
        </a:p>
      </dgm:t>
    </dgm:pt>
    <dgm:pt modelId="{1CF01D51-7744-46DE-AD1E-B33E5AC5DDC4}">
      <dgm:prSet phldrT="[Text]" phldr="0"/>
      <dgm:spPr/>
      <dgm:t>
        <a:bodyPr/>
        <a:lstStyle/>
        <a:p>
          <a:r>
            <a:rPr lang="en-US" dirty="0"/>
            <a:t>Python</a:t>
          </a:r>
        </a:p>
      </dgm:t>
    </dgm:pt>
    <dgm:pt modelId="{3A65EA20-1F98-4FD6-8585-E24364C35285}" type="parTrans" cxnId="{2E51398D-BC6E-4C98-8FF7-D477CAE0EFF5}">
      <dgm:prSet/>
      <dgm:spPr/>
      <dgm:t>
        <a:bodyPr/>
        <a:lstStyle/>
        <a:p>
          <a:endParaRPr lang="en-US"/>
        </a:p>
      </dgm:t>
    </dgm:pt>
    <dgm:pt modelId="{DBF77947-0AA8-4B91-8234-0C0DAEEB42E4}" type="sibTrans" cxnId="{2E51398D-BC6E-4C98-8FF7-D477CAE0EFF5}">
      <dgm:prSet/>
      <dgm:spPr/>
      <dgm:t>
        <a:bodyPr/>
        <a:lstStyle/>
        <a:p>
          <a:endParaRPr lang="en-US"/>
        </a:p>
      </dgm:t>
    </dgm:pt>
    <dgm:pt modelId="{5F8EA75F-EC62-4E91-976A-A02045F4C260}" type="pres">
      <dgm:prSet presAssocID="{5359AC54-C077-4F20-8BA0-07AB60BBCF7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73C5EAD-FE13-4464-A023-A579E7527B0D}" type="pres">
      <dgm:prSet presAssocID="{60E0BFDE-8E4F-4DF7-83FA-750D549853C2}" presName="root1" presStyleCnt="0"/>
      <dgm:spPr/>
    </dgm:pt>
    <dgm:pt modelId="{3BCAB6E7-3C8B-4AD1-96A7-E15ED4DC1AB0}" type="pres">
      <dgm:prSet presAssocID="{60E0BFDE-8E4F-4DF7-83FA-750D549853C2}" presName="LevelOneTextNode" presStyleLbl="node0" presStyleIdx="0" presStyleCnt="1">
        <dgm:presLayoutVars>
          <dgm:chPref val="3"/>
        </dgm:presLayoutVars>
      </dgm:prSet>
      <dgm:spPr/>
    </dgm:pt>
    <dgm:pt modelId="{8F740A56-505D-4FF6-95FF-91ABBA25BC9B}" type="pres">
      <dgm:prSet presAssocID="{60E0BFDE-8E4F-4DF7-83FA-750D549853C2}" presName="level2hierChild" presStyleCnt="0"/>
      <dgm:spPr/>
    </dgm:pt>
    <dgm:pt modelId="{02DBC75F-EC9B-4A1C-B9DE-6892275ED7C8}" type="pres">
      <dgm:prSet presAssocID="{718EF08F-174C-4039-AF76-97E96AB6E283}" presName="conn2-1" presStyleLbl="parChTrans1D2" presStyleIdx="0" presStyleCnt="2"/>
      <dgm:spPr/>
    </dgm:pt>
    <dgm:pt modelId="{6DE6DF5F-FDFB-498F-9C05-7C9C22DA9A5D}" type="pres">
      <dgm:prSet presAssocID="{718EF08F-174C-4039-AF76-97E96AB6E283}" presName="connTx" presStyleLbl="parChTrans1D2" presStyleIdx="0" presStyleCnt="2"/>
      <dgm:spPr/>
    </dgm:pt>
    <dgm:pt modelId="{9F18E91C-831F-40F9-B9F3-7913006B6543}" type="pres">
      <dgm:prSet presAssocID="{D4246179-824B-4DC4-8A7C-A9F0CBFC8832}" presName="root2" presStyleCnt="0"/>
      <dgm:spPr/>
    </dgm:pt>
    <dgm:pt modelId="{856966A0-B3E8-4AAF-BADE-F7D74F234487}" type="pres">
      <dgm:prSet presAssocID="{D4246179-824B-4DC4-8A7C-A9F0CBFC8832}" presName="LevelTwoTextNode" presStyleLbl="node2" presStyleIdx="0" presStyleCnt="2">
        <dgm:presLayoutVars>
          <dgm:chPref val="3"/>
        </dgm:presLayoutVars>
      </dgm:prSet>
      <dgm:spPr/>
    </dgm:pt>
    <dgm:pt modelId="{AB728882-FE2A-4955-B847-56733D23CD26}" type="pres">
      <dgm:prSet presAssocID="{D4246179-824B-4DC4-8A7C-A9F0CBFC8832}" presName="level3hierChild" presStyleCnt="0"/>
      <dgm:spPr/>
    </dgm:pt>
    <dgm:pt modelId="{33F576D8-77B8-46AC-942C-78072A82BCB5}" type="pres">
      <dgm:prSet presAssocID="{3A65EA20-1F98-4FD6-8585-E24364C35285}" presName="conn2-1" presStyleLbl="parChTrans1D2" presStyleIdx="1" presStyleCnt="2"/>
      <dgm:spPr/>
    </dgm:pt>
    <dgm:pt modelId="{F7BD3A8E-4790-415D-B029-B7D0C221DAFD}" type="pres">
      <dgm:prSet presAssocID="{3A65EA20-1F98-4FD6-8585-E24364C35285}" presName="connTx" presStyleLbl="parChTrans1D2" presStyleIdx="1" presStyleCnt="2"/>
      <dgm:spPr/>
    </dgm:pt>
    <dgm:pt modelId="{BCA482E7-D9A8-49E1-89DC-71594284EC62}" type="pres">
      <dgm:prSet presAssocID="{1CF01D51-7744-46DE-AD1E-B33E5AC5DDC4}" presName="root2" presStyleCnt="0"/>
      <dgm:spPr/>
    </dgm:pt>
    <dgm:pt modelId="{53CBCBE4-8058-4DC4-8A24-70C23610BF67}" type="pres">
      <dgm:prSet presAssocID="{1CF01D51-7744-46DE-AD1E-B33E5AC5DDC4}" presName="LevelTwoTextNode" presStyleLbl="node2" presStyleIdx="1" presStyleCnt="2">
        <dgm:presLayoutVars>
          <dgm:chPref val="3"/>
        </dgm:presLayoutVars>
      </dgm:prSet>
      <dgm:spPr/>
    </dgm:pt>
    <dgm:pt modelId="{5F9F091C-84EE-44AA-8328-BF021BF379AF}" type="pres">
      <dgm:prSet presAssocID="{1CF01D51-7744-46DE-AD1E-B33E5AC5DDC4}" presName="level3hierChild" presStyleCnt="0"/>
      <dgm:spPr/>
    </dgm:pt>
  </dgm:ptLst>
  <dgm:cxnLst>
    <dgm:cxn modelId="{04571B10-68D9-4BB6-96D5-AA470C9449DE}" type="presOf" srcId="{3A65EA20-1F98-4FD6-8585-E24364C35285}" destId="{F7BD3A8E-4790-415D-B029-B7D0C221DAFD}" srcOrd="1" destOrd="0" presId="urn:microsoft.com/office/officeart/2005/8/layout/hierarchy2"/>
    <dgm:cxn modelId="{DB601E40-8480-4C5B-9BE0-3B28655872F6}" srcId="{60E0BFDE-8E4F-4DF7-83FA-750D549853C2}" destId="{D4246179-824B-4DC4-8A7C-A9F0CBFC8832}" srcOrd="0" destOrd="0" parTransId="{718EF08F-174C-4039-AF76-97E96AB6E283}" sibTransId="{61434210-8BBC-4A3A-9310-D6F3F3232608}"/>
    <dgm:cxn modelId="{17E03A5B-533B-4814-B969-04292DA179A6}" type="presOf" srcId="{D4246179-824B-4DC4-8A7C-A9F0CBFC8832}" destId="{856966A0-B3E8-4AAF-BADE-F7D74F234487}" srcOrd="0" destOrd="0" presId="urn:microsoft.com/office/officeart/2005/8/layout/hierarchy2"/>
    <dgm:cxn modelId="{B6BB5A62-96D3-447F-88FC-FB78A62B455D}" type="presOf" srcId="{60E0BFDE-8E4F-4DF7-83FA-750D549853C2}" destId="{3BCAB6E7-3C8B-4AD1-96A7-E15ED4DC1AB0}" srcOrd="0" destOrd="0" presId="urn:microsoft.com/office/officeart/2005/8/layout/hierarchy2"/>
    <dgm:cxn modelId="{AB8C5E4A-0783-41D3-9A46-A2BBA46A9105}" type="presOf" srcId="{3A65EA20-1F98-4FD6-8585-E24364C35285}" destId="{33F576D8-77B8-46AC-942C-78072A82BCB5}" srcOrd="0" destOrd="0" presId="urn:microsoft.com/office/officeart/2005/8/layout/hierarchy2"/>
    <dgm:cxn modelId="{82A71850-2D32-497D-B19B-A812D4432542}" type="presOf" srcId="{5359AC54-C077-4F20-8BA0-07AB60BBCF7B}" destId="{5F8EA75F-EC62-4E91-976A-A02045F4C260}" srcOrd="0" destOrd="0" presId="urn:microsoft.com/office/officeart/2005/8/layout/hierarchy2"/>
    <dgm:cxn modelId="{2E51398D-BC6E-4C98-8FF7-D477CAE0EFF5}" srcId="{60E0BFDE-8E4F-4DF7-83FA-750D549853C2}" destId="{1CF01D51-7744-46DE-AD1E-B33E5AC5DDC4}" srcOrd="1" destOrd="0" parTransId="{3A65EA20-1F98-4FD6-8585-E24364C35285}" sibTransId="{DBF77947-0AA8-4B91-8234-0C0DAEEB42E4}"/>
    <dgm:cxn modelId="{D0BC3C90-5F64-43CC-B7F7-18231C607F08}" type="presOf" srcId="{718EF08F-174C-4039-AF76-97E96AB6E283}" destId="{6DE6DF5F-FDFB-498F-9C05-7C9C22DA9A5D}" srcOrd="1" destOrd="0" presId="urn:microsoft.com/office/officeart/2005/8/layout/hierarchy2"/>
    <dgm:cxn modelId="{315BD194-E9EE-4440-A843-4867B7033A4E}" type="presOf" srcId="{1CF01D51-7744-46DE-AD1E-B33E5AC5DDC4}" destId="{53CBCBE4-8058-4DC4-8A24-70C23610BF67}" srcOrd="0" destOrd="0" presId="urn:microsoft.com/office/officeart/2005/8/layout/hierarchy2"/>
    <dgm:cxn modelId="{91DFE5B3-51F3-4761-9B8B-62F3AA2985CE}" srcId="{5359AC54-C077-4F20-8BA0-07AB60BBCF7B}" destId="{60E0BFDE-8E4F-4DF7-83FA-750D549853C2}" srcOrd="0" destOrd="0" parTransId="{EF36957E-8A17-4887-87CE-84AC487564B9}" sibTransId="{BFBD4E85-2458-48C5-AE18-7BC7F112227B}"/>
    <dgm:cxn modelId="{5CFF4EC8-1AA8-4D6A-872B-03ED75B7F555}" type="presOf" srcId="{718EF08F-174C-4039-AF76-97E96AB6E283}" destId="{02DBC75F-EC9B-4A1C-B9DE-6892275ED7C8}" srcOrd="0" destOrd="0" presId="urn:microsoft.com/office/officeart/2005/8/layout/hierarchy2"/>
    <dgm:cxn modelId="{56C9358B-CDC9-4DFE-8D6A-263B45105A60}" type="presParOf" srcId="{5F8EA75F-EC62-4E91-976A-A02045F4C260}" destId="{D73C5EAD-FE13-4464-A023-A579E7527B0D}" srcOrd="0" destOrd="0" presId="urn:microsoft.com/office/officeart/2005/8/layout/hierarchy2"/>
    <dgm:cxn modelId="{14BD741F-E829-42F9-953F-256CC824BE9D}" type="presParOf" srcId="{D73C5EAD-FE13-4464-A023-A579E7527B0D}" destId="{3BCAB6E7-3C8B-4AD1-96A7-E15ED4DC1AB0}" srcOrd="0" destOrd="0" presId="urn:microsoft.com/office/officeart/2005/8/layout/hierarchy2"/>
    <dgm:cxn modelId="{796EECED-7F27-4827-977C-108FD0BA6AD4}" type="presParOf" srcId="{D73C5EAD-FE13-4464-A023-A579E7527B0D}" destId="{8F740A56-505D-4FF6-95FF-91ABBA25BC9B}" srcOrd="1" destOrd="0" presId="urn:microsoft.com/office/officeart/2005/8/layout/hierarchy2"/>
    <dgm:cxn modelId="{CFBC4AF2-5EDC-455C-A8C8-688A85DA759E}" type="presParOf" srcId="{8F740A56-505D-4FF6-95FF-91ABBA25BC9B}" destId="{02DBC75F-EC9B-4A1C-B9DE-6892275ED7C8}" srcOrd="0" destOrd="0" presId="urn:microsoft.com/office/officeart/2005/8/layout/hierarchy2"/>
    <dgm:cxn modelId="{53D4B1F4-2B7F-48DA-9A18-5A005FCA79FC}" type="presParOf" srcId="{02DBC75F-EC9B-4A1C-B9DE-6892275ED7C8}" destId="{6DE6DF5F-FDFB-498F-9C05-7C9C22DA9A5D}" srcOrd="0" destOrd="0" presId="urn:microsoft.com/office/officeart/2005/8/layout/hierarchy2"/>
    <dgm:cxn modelId="{2D8C66EE-332D-4623-8796-E8960A538CBB}" type="presParOf" srcId="{8F740A56-505D-4FF6-95FF-91ABBA25BC9B}" destId="{9F18E91C-831F-40F9-B9F3-7913006B6543}" srcOrd="1" destOrd="0" presId="urn:microsoft.com/office/officeart/2005/8/layout/hierarchy2"/>
    <dgm:cxn modelId="{B4227B17-8320-4432-9142-1745612424D0}" type="presParOf" srcId="{9F18E91C-831F-40F9-B9F3-7913006B6543}" destId="{856966A0-B3E8-4AAF-BADE-F7D74F234487}" srcOrd="0" destOrd="0" presId="urn:microsoft.com/office/officeart/2005/8/layout/hierarchy2"/>
    <dgm:cxn modelId="{FCC0CA6D-68BF-4F6F-80A2-3D11C3A289D0}" type="presParOf" srcId="{9F18E91C-831F-40F9-B9F3-7913006B6543}" destId="{AB728882-FE2A-4955-B847-56733D23CD26}" srcOrd="1" destOrd="0" presId="urn:microsoft.com/office/officeart/2005/8/layout/hierarchy2"/>
    <dgm:cxn modelId="{9CCCB899-CC44-4597-A53D-1D29CF5C85DC}" type="presParOf" srcId="{8F740A56-505D-4FF6-95FF-91ABBA25BC9B}" destId="{33F576D8-77B8-46AC-942C-78072A82BCB5}" srcOrd="2" destOrd="0" presId="urn:microsoft.com/office/officeart/2005/8/layout/hierarchy2"/>
    <dgm:cxn modelId="{B23C7F87-237F-4A7B-AA45-C720AFF78FB2}" type="presParOf" srcId="{33F576D8-77B8-46AC-942C-78072A82BCB5}" destId="{F7BD3A8E-4790-415D-B029-B7D0C221DAFD}" srcOrd="0" destOrd="0" presId="urn:microsoft.com/office/officeart/2005/8/layout/hierarchy2"/>
    <dgm:cxn modelId="{6C3486A3-CDF1-4C8B-A2BB-8C5363E541E7}" type="presParOf" srcId="{8F740A56-505D-4FF6-95FF-91ABBA25BC9B}" destId="{BCA482E7-D9A8-49E1-89DC-71594284EC62}" srcOrd="3" destOrd="0" presId="urn:microsoft.com/office/officeart/2005/8/layout/hierarchy2"/>
    <dgm:cxn modelId="{23F180CE-BF89-4BDF-8E1D-A377C434AE68}" type="presParOf" srcId="{BCA482E7-D9A8-49E1-89DC-71594284EC62}" destId="{53CBCBE4-8058-4DC4-8A24-70C23610BF67}" srcOrd="0" destOrd="0" presId="urn:microsoft.com/office/officeart/2005/8/layout/hierarchy2"/>
    <dgm:cxn modelId="{24245EDC-3596-4269-8FC2-819AB357161A}" type="presParOf" srcId="{BCA482E7-D9A8-49E1-89DC-71594284EC62}" destId="{5F9F091C-84EE-44AA-8328-BF021BF379AF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1201573" y="1080996"/>
          <a:ext cx="1373993" cy="1188560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1429263" y="1277957"/>
        <a:ext cx="918613" cy="794638"/>
      </dsp:txXfrm>
    </dsp:sp>
    <dsp:sp modelId="{16108406-D824-48AA-986F-F20B13B82A81}">
      <dsp:nvSpPr>
        <dsp:cNvPr id="0" name=""/>
        <dsp:cNvSpPr/>
      </dsp:nvSpPr>
      <dsp:spPr>
        <a:xfrm>
          <a:off x="2061957" y="512350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1328137" y="0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1514736" y="161430"/>
        <a:ext cx="752780" cy="651243"/>
      </dsp:txXfrm>
    </dsp:sp>
    <dsp:sp modelId="{322F9847-0308-445A-A02E-9697140899BE}">
      <dsp:nvSpPr>
        <dsp:cNvPr id="0" name=""/>
        <dsp:cNvSpPr/>
      </dsp:nvSpPr>
      <dsp:spPr>
        <a:xfrm>
          <a:off x="2666974" y="1347392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2360790" y="59913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2547389" y="760568"/>
        <a:ext cx="752780" cy="651243"/>
      </dsp:txXfrm>
    </dsp:sp>
    <dsp:sp modelId="{76DF7524-118F-4A3C-8039-C7730AC993D2}">
      <dsp:nvSpPr>
        <dsp:cNvPr id="0" name=""/>
        <dsp:cNvSpPr/>
      </dsp:nvSpPr>
      <dsp:spPr>
        <a:xfrm>
          <a:off x="2246690" y="228999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2360790" y="177697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2547389" y="1938406"/>
        <a:ext cx="752780" cy="651243"/>
      </dsp:txXfrm>
    </dsp:sp>
    <dsp:sp modelId="{6A5105C0-DF27-4B27-8885-6430EAC6309F}">
      <dsp:nvSpPr>
        <dsp:cNvPr id="0" name=""/>
        <dsp:cNvSpPr/>
      </dsp:nvSpPr>
      <dsp:spPr>
        <a:xfrm>
          <a:off x="1204130" y="2387843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1328137" y="2376785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1514736" y="2538215"/>
        <a:ext cx="752780" cy="651243"/>
      </dsp:txXfrm>
    </dsp:sp>
    <dsp:sp modelId="{49B31C55-29E4-4F65-B048-7407A37441AB}">
      <dsp:nvSpPr>
        <dsp:cNvPr id="0" name=""/>
        <dsp:cNvSpPr/>
      </dsp:nvSpPr>
      <dsp:spPr>
        <a:xfrm>
          <a:off x="589204" y="155313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290691" y="177764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477290" y="1939076"/>
        <a:ext cx="752780" cy="651243"/>
      </dsp:txXfrm>
    </dsp:sp>
    <dsp:sp modelId="{C5A425D9-4151-4A77-AD71-BFDEBC1E8358}">
      <dsp:nvSpPr>
        <dsp:cNvPr id="0" name=""/>
        <dsp:cNvSpPr/>
      </dsp:nvSpPr>
      <dsp:spPr>
        <a:xfrm>
          <a:off x="290691" y="59779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477290" y="759228"/>
        <a:ext cx="752780" cy="6512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FA72C0-B732-4C0A-AC46-6795DAE39DFE}">
      <dsp:nvSpPr>
        <dsp:cNvPr id="0" name=""/>
        <dsp:cNvSpPr/>
      </dsp:nvSpPr>
      <dsp:spPr>
        <a:xfrm>
          <a:off x="2535843" y="805298"/>
          <a:ext cx="1794127" cy="3113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5688"/>
              </a:lnTo>
              <a:lnTo>
                <a:pt x="1794127" y="155688"/>
              </a:lnTo>
              <a:lnTo>
                <a:pt x="1794127" y="311377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058EAEF-012E-4F70-9896-5B676069EF95}">
      <dsp:nvSpPr>
        <dsp:cNvPr id="0" name=""/>
        <dsp:cNvSpPr/>
      </dsp:nvSpPr>
      <dsp:spPr>
        <a:xfrm>
          <a:off x="2490122" y="805298"/>
          <a:ext cx="91440" cy="311377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11377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B780DA-E46F-473B-B86A-8AA75AFB6685}">
      <dsp:nvSpPr>
        <dsp:cNvPr id="0" name=""/>
        <dsp:cNvSpPr/>
      </dsp:nvSpPr>
      <dsp:spPr>
        <a:xfrm>
          <a:off x="741715" y="805298"/>
          <a:ext cx="1794127" cy="311377"/>
        </a:xfrm>
        <a:custGeom>
          <a:avLst/>
          <a:gdLst/>
          <a:ahLst/>
          <a:cxnLst/>
          <a:rect l="0" t="0" r="0" b="0"/>
          <a:pathLst>
            <a:path>
              <a:moveTo>
                <a:pt x="1794127" y="0"/>
              </a:moveTo>
              <a:lnTo>
                <a:pt x="1794127" y="155688"/>
              </a:lnTo>
              <a:lnTo>
                <a:pt x="0" y="155688"/>
              </a:lnTo>
              <a:lnTo>
                <a:pt x="0" y="311377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AD29FE-C780-4753-B93C-9478ABD0C608}">
      <dsp:nvSpPr>
        <dsp:cNvPr id="0" name=""/>
        <dsp:cNvSpPr/>
      </dsp:nvSpPr>
      <dsp:spPr>
        <a:xfrm>
          <a:off x="1794468" y="63923"/>
          <a:ext cx="1482749" cy="74137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Cash Flow</a:t>
          </a:r>
        </a:p>
      </dsp:txBody>
      <dsp:txXfrm>
        <a:off x="1794468" y="63923"/>
        <a:ext cx="1482749" cy="741374"/>
      </dsp:txXfrm>
    </dsp:sp>
    <dsp:sp modelId="{D1419A8B-F2EE-418D-AE22-18D354E62A28}">
      <dsp:nvSpPr>
        <dsp:cNvPr id="0" name=""/>
        <dsp:cNvSpPr/>
      </dsp:nvSpPr>
      <dsp:spPr>
        <a:xfrm>
          <a:off x="340" y="1116676"/>
          <a:ext cx="1482749" cy="74137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Loss severity</a:t>
          </a:r>
        </a:p>
      </dsp:txBody>
      <dsp:txXfrm>
        <a:off x="340" y="1116676"/>
        <a:ext cx="1482749" cy="741374"/>
      </dsp:txXfrm>
    </dsp:sp>
    <dsp:sp modelId="{79963FE5-5087-44A1-AB17-BC51EB4196BF}">
      <dsp:nvSpPr>
        <dsp:cNvPr id="0" name=""/>
        <dsp:cNvSpPr/>
      </dsp:nvSpPr>
      <dsp:spPr>
        <a:xfrm>
          <a:off x="1794468" y="1116676"/>
          <a:ext cx="1482749" cy="74137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Default type</a:t>
          </a:r>
        </a:p>
      </dsp:txBody>
      <dsp:txXfrm>
        <a:off x="1794468" y="1116676"/>
        <a:ext cx="1482749" cy="741374"/>
      </dsp:txXfrm>
    </dsp:sp>
    <dsp:sp modelId="{0AF018AB-A48A-42F5-8FAD-841332367458}">
      <dsp:nvSpPr>
        <dsp:cNvPr id="0" name=""/>
        <dsp:cNvSpPr/>
      </dsp:nvSpPr>
      <dsp:spPr>
        <a:xfrm>
          <a:off x="3588595" y="1116676"/>
          <a:ext cx="1482749" cy="74137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Mortgage Insurance</a:t>
          </a:r>
        </a:p>
      </dsp:txBody>
      <dsp:txXfrm>
        <a:off x="3588595" y="1116676"/>
        <a:ext cx="1482749" cy="74137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CAB6E7-3C8B-4AD1-96A7-E15ED4DC1AB0}">
      <dsp:nvSpPr>
        <dsp:cNvPr id="0" name=""/>
        <dsp:cNvSpPr/>
      </dsp:nvSpPr>
      <dsp:spPr>
        <a:xfrm>
          <a:off x="0" y="111741"/>
          <a:ext cx="1740594" cy="87029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Women in the team</a:t>
          </a:r>
        </a:p>
      </dsp:txBody>
      <dsp:txXfrm>
        <a:off x="25490" y="137231"/>
        <a:ext cx="1689614" cy="819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7ABD2A-A36E-4A15-A6E6-1A25A2AAF3D6}">
      <dsp:nvSpPr>
        <dsp:cNvPr id="0" name=""/>
        <dsp:cNvSpPr/>
      </dsp:nvSpPr>
      <dsp:spPr>
        <a:xfrm>
          <a:off x="5228" y="403408"/>
          <a:ext cx="1562696" cy="9376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/>
            <a:t>Tech</a:t>
          </a:r>
        </a:p>
      </dsp:txBody>
      <dsp:txXfrm>
        <a:off x="32690" y="430870"/>
        <a:ext cx="1507772" cy="882693"/>
      </dsp:txXfrm>
    </dsp:sp>
    <dsp:sp modelId="{EAF7B1AB-90EE-4AF3-AD76-945DB9584CB5}">
      <dsp:nvSpPr>
        <dsp:cNvPr id="0" name=""/>
        <dsp:cNvSpPr/>
      </dsp:nvSpPr>
      <dsp:spPr>
        <a:xfrm>
          <a:off x="1724194" y="678442"/>
          <a:ext cx="331291" cy="3875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1724194" y="755952"/>
        <a:ext cx="231904" cy="232528"/>
      </dsp:txXfrm>
    </dsp:sp>
    <dsp:sp modelId="{D3A96BFA-0A0B-47F4-BCF6-259DD57A36F8}">
      <dsp:nvSpPr>
        <dsp:cNvPr id="0" name=""/>
        <dsp:cNvSpPr/>
      </dsp:nvSpPr>
      <dsp:spPr>
        <a:xfrm>
          <a:off x="2193003" y="403408"/>
          <a:ext cx="1562696" cy="9376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/>
            <a:t>EMA</a:t>
          </a:r>
        </a:p>
      </dsp:txBody>
      <dsp:txXfrm>
        <a:off x="2220465" y="430870"/>
        <a:ext cx="1507772" cy="882693"/>
      </dsp:txXfrm>
    </dsp:sp>
    <dsp:sp modelId="{A3A0300D-A171-4E09-8024-1DDA649B8D02}">
      <dsp:nvSpPr>
        <dsp:cNvPr id="0" name=""/>
        <dsp:cNvSpPr/>
      </dsp:nvSpPr>
      <dsp:spPr>
        <a:xfrm>
          <a:off x="3911969" y="678442"/>
          <a:ext cx="331291" cy="3875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3911969" y="755952"/>
        <a:ext cx="231904" cy="232528"/>
      </dsp:txXfrm>
    </dsp:sp>
    <dsp:sp modelId="{CF91F896-2831-4D1C-9FA7-BD75F369F7B1}">
      <dsp:nvSpPr>
        <dsp:cNvPr id="0" name=""/>
        <dsp:cNvSpPr/>
      </dsp:nvSpPr>
      <dsp:spPr>
        <a:xfrm>
          <a:off x="4380778" y="403408"/>
          <a:ext cx="1562696" cy="9376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/>
            <a:t>ESR</a:t>
          </a:r>
        </a:p>
      </dsp:txBody>
      <dsp:txXfrm>
        <a:off x="4408240" y="430870"/>
        <a:ext cx="1507772" cy="88269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CAB6E7-3C8B-4AD1-96A7-E15ED4DC1AB0}">
      <dsp:nvSpPr>
        <dsp:cNvPr id="0" name=""/>
        <dsp:cNvSpPr/>
      </dsp:nvSpPr>
      <dsp:spPr>
        <a:xfrm>
          <a:off x="399" y="849531"/>
          <a:ext cx="1704045" cy="85202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95" tIns="23495" rIns="23495" bIns="23495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SAS</a:t>
          </a:r>
        </a:p>
      </dsp:txBody>
      <dsp:txXfrm>
        <a:off x="25354" y="874486"/>
        <a:ext cx="1654135" cy="802112"/>
      </dsp:txXfrm>
    </dsp:sp>
    <dsp:sp modelId="{02DBC75F-EC9B-4A1C-B9DE-6892275ED7C8}">
      <dsp:nvSpPr>
        <dsp:cNvPr id="0" name=""/>
        <dsp:cNvSpPr/>
      </dsp:nvSpPr>
      <dsp:spPr>
        <a:xfrm rot="19457599">
          <a:off x="1625546" y="1000527"/>
          <a:ext cx="839415" cy="60117"/>
        </a:xfrm>
        <a:custGeom>
          <a:avLst/>
          <a:gdLst/>
          <a:ahLst/>
          <a:cxnLst/>
          <a:rect l="0" t="0" r="0" b="0"/>
          <a:pathLst>
            <a:path>
              <a:moveTo>
                <a:pt x="0" y="30058"/>
              </a:moveTo>
              <a:lnTo>
                <a:pt x="839415" y="30058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024268" y="1009600"/>
        <a:ext cx="41970" cy="41970"/>
      </dsp:txXfrm>
    </dsp:sp>
    <dsp:sp modelId="{856966A0-B3E8-4AAF-BADE-F7D74F234487}">
      <dsp:nvSpPr>
        <dsp:cNvPr id="0" name=""/>
        <dsp:cNvSpPr/>
      </dsp:nvSpPr>
      <dsp:spPr>
        <a:xfrm>
          <a:off x="2386063" y="359618"/>
          <a:ext cx="1704045" cy="85202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95" tIns="23495" rIns="23495" bIns="23495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R</a:t>
          </a:r>
        </a:p>
      </dsp:txBody>
      <dsp:txXfrm>
        <a:off x="2411018" y="384573"/>
        <a:ext cx="1654135" cy="802112"/>
      </dsp:txXfrm>
    </dsp:sp>
    <dsp:sp modelId="{33F576D8-77B8-46AC-942C-78072A82BCB5}">
      <dsp:nvSpPr>
        <dsp:cNvPr id="0" name=""/>
        <dsp:cNvSpPr/>
      </dsp:nvSpPr>
      <dsp:spPr>
        <a:xfrm rot="2142401">
          <a:off x="1625546" y="1490440"/>
          <a:ext cx="839415" cy="60117"/>
        </a:xfrm>
        <a:custGeom>
          <a:avLst/>
          <a:gdLst/>
          <a:ahLst/>
          <a:cxnLst/>
          <a:rect l="0" t="0" r="0" b="0"/>
          <a:pathLst>
            <a:path>
              <a:moveTo>
                <a:pt x="0" y="30058"/>
              </a:moveTo>
              <a:lnTo>
                <a:pt x="839415" y="30058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024268" y="1499513"/>
        <a:ext cx="41970" cy="41970"/>
      </dsp:txXfrm>
    </dsp:sp>
    <dsp:sp modelId="{53CBCBE4-8058-4DC4-8A24-70C23610BF67}">
      <dsp:nvSpPr>
        <dsp:cNvPr id="0" name=""/>
        <dsp:cNvSpPr/>
      </dsp:nvSpPr>
      <dsp:spPr>
        <a:xfrm>
          <a:off x="2386063" y="1339444"/>
          <a:ext cx="1704045" cy="85202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95" tIns="23495" rIns="23495" bIns="23495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Python</a:t>
          </a:r>
        </a:p>
      </dsp:txBody>
      <dsp:txXfrm>
        <a:off x="2411018" y="1364399"/>
        <a:ext cx="1654135" cy="80211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42287" y="0"/>
          <a:ext cx="9545919" cy="1136074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3838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</a:t>
          </a:r>
        </a:p>
      </dsp:txBody>
      <dsp:txXfrm>
        <a:off x="26021" y="363005"/>
        <a:ext cx="2449593" cy="410063"/>
      </dsp:txXfrm>
    </dsp:sp>
    <dsp:sp modelId="{02C6F657-DC22-4874-B839-ED01F19A363A}">
      <dsp:nvSpPr>
        <dsp:cNvPr id="0" name=""/>
        <dsp:cNvSpPr/>
      </dsp:nvSpPr>
      <dsp:spPr>
        <a:xfrm>
          <a:off x="2913457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Data Prep</a:t>
          </a:r>
          <a:endParaRPr lang="en-US" sz="1800" kern="1200" dirty="0"/>
        </a:p>
      </dsp:txBody>
      <dsp:txXfrm>
        <a:off x="2935640" y="363005"/>
        <a:ext cx="2449593" cy="410063"/>
      </dsp:txXfrm>
    </dsp:sp>
    <dsp:sp modelId="{C00E62EC-C631-4907-A6A9-ACFBFA247E6A}">
      <dsp:nvSpPr>
        <dsp:cNvPr id="0" name=""/>
        <dsp:cNvSpPr/>
      </dsp:nvSpPr>
      <dsp:spPr>
        <a:xfrm>
          <a:off x="5823076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model</a:t>
          </a:r>
        </a:p>
      </dsp:txBody>
      <dsp:txXfrm>
        <a:off x="5845259" y="363005"/>
        <a:ext cx="2449593" cy="410063"/>
      </dsp:txXfrm>
    </dsp:sp>
    <dsp:sp modelId="{2B39B381-C3F6-40EF-9153-96AC0478B650}">
      <dsp:nvSpPr>
        <dsp:cNvPr id="0" name=""/>
        <dsp:cNvSpPr/>
      </dsp:nvSpPr>
      <dsp:spPr>
        <a:xfrm>
          <a:off x="8732696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output</a:t>
          </a:r>
        </a:p>
      </dsp:txBody>
      <dsp:txXfrm>
        <a:off x="8754879" y="363005"/>
        <a:ext cx="2449593" cy="4100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13" Type="http://schemas.openxmlformats.org/officeDocument/2006/relationships/diagramLayout" Target="../diagrams/layout4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12" Type="http://schemas.openxmlformats.org/officeDocument/2006/relationships/diagramData" Target="../diagrams/data4.xml"/><Relationship Id="rId2" Type="http://schemas.openxmlformats.org/officeDocument/2006/relationships/diagramData" Target="../diagrams/data2.xml"/><Relationship Id="rId16" Type="http://schemas.microsoft.com/office/2007/relationships/diagramDrawing" Target="../diagrams/drawing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5" Type="http://schemas.openxmlformats.org/officeDocument/2006/relationships/diagramColors" Target="../diagrams/colors4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Relationship Id="rId1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E530-03B6-8156-802E-3AA1B94E6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139" y="2080620"/>
            <a:ext cx="11238806" cy="920276"/>
          </a:xfrm>
        </p:spPr>
        <p:txBody>
          <a:bodyPr/>
          <a:lstStyle/>
          <a:p>
            <a:pPr algn="ctr"/>
            <a:r>
              <a:rPr lang="en-US" sz="6000" dirty="0"/>
              <a:t>From On-Premises to Cloud: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F543AB-30BC-7246-CBF2-7DCB5BA96D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8824" y="3000896"/>
            <a:ext cx="10083852" cy="507075"/>
          </a:xfrm>
        </p:spPr>
        <p:txBody>
          <a:bodyPr>
            <a:norm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Lessons Learned from an Enterprise AWS Migration at Fannie Mae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44EC045-ACD7-FDB8-A5CF-6A5B7240BE02}"/>
              </a:ext>
            </a:extLst>
          </p:cNvPr>
          <p:cNvSpPr txBox="1">
            <a:spLocks/>
          </p:cNvSpPr>
          <p:nvPr/>
        </p:nvSpPr>
        <p:spPr bwMode="gray">
          <a:xfrm>
            <a:off x="4705003" y="4771507"/>
            <a:ext cx="2781993" cy="1144891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 cap="all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b="1" dirty="0">
                <a:solidFill>
                  <a:schemeClr val="bg1"/>
                </a:solidFill>
                <a:cs typeface="Times New Roman" panose="02020603050405020304" pitchFamily="18" charset="0"/>
              </a:rPr>
              <a:t>Wujian Xue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Oct 2026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Cincinnati, OH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9202-98E5-0852-D355-C6C8631CCA54}"/>
              </a:ext>
            </a:extLst>
          </p:cNvPr>
          <p:cNvSpPr txBox="1"/>
          <p:nvPr/>
        </p:nvSpPr>
        <p:spPr>
          <a:xfrm>
            <a:off x="8007875" y="6182405"/>
            <a:ext cx="37130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626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EDF2-8E54-B45D-176B-457D10A4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10401-06A1-81C3-6519-0A37820C4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 - Fannie Mae</a:t>
            </a:r>
          </a:p>
          <a:p>
            <a:r>
              <a:rPr lang="en-US" dirty="0"/>
              <a:t>Cloud Migration</a:t>
            </a:r>
          </a:p>
          <a:p>
            <a:r>
              <a:rPr lang="en-US" dirty="0"/>
              <a:t>My work in the migration</a:t>
            </a:r>
          </a:p>
          <a:p>
            <a:r>
              <a:rPr lang="en-US" altLang="zh-CN" dirty="0"/>
              <a:t>Lessons learned</a:t>
            </a:r>
            <a:r>
              <a:rPr lang="en-US" dirty="0"/>
              <a:t>: Efficiency and Accuracy</a:t>
            </a:r>
          </a:p>
          <a:p>
            <a:r>
              <a:rPr lang="en-US" dirty="0"/>
              <a:t>Gen AI and future of code conversion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54E66F-8A13-1A8B-6EEA-628C9B863288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36808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EE76F-279D-D112-43F0-7D1482E70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102" y="915479"/>
            <a:ext cx="11338560" cy="706964"/>
          </a:xfrm>
        </p:spPr>
        <p:txBody>
          <a:bodyPr/>
          <a:lstStyle/>
          <a:p>
            <a:r>
              <a:rPr lang="en-US" dirty="0"/>
              <a:t>1. Background -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B3C0A-E402-FD38-F6EE-47BD7DE45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2719878"/>
            <a:ext cx="7506547" cy="3416300"/>
          </a:xfrm>
        </p:spPr>
        <p:txBody>
          <a:bodyPr>
            <a:normAutofit fontScale="92500" lnSpcReduction="10000"/>
          </a:bodyPr>
          <a:lstStyle/>
          <a:p>
            <a:r>
              <a:rPr lang="en-US" sz="2000" dirty="0"/>
              <a:t>Business: </a:t>
            </a:r>
          </a:p>
          <a:p>
            <a:pPr lvl="1"/>
            <a:r>
              <a:rPr lang="en-US" dirty="0"/>
              <a:t>Buy mortgage from lenders across the U.S., give lenders cash to make more home loans.</a:t>
            </a:r>
          </a:p>
          <a:p>
            <a:pPr lvl="1"/>
            <a:r>
              <a:rPr lang="en-US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dirty="0"/>
              <a:t>Chartered by the Congress in 1938, under federal conservatorship in 2008. </a:t>
            </a:r>
          </a:p>
          <a:p>
            <a:pPr lvl="1"/>
            <a:r>
              <a:rPr lang="en-US" dirty="0"/>
              <a:t>Hold $4.3 trillion assets,  financed 25%  homes in the U.S. </a:t>
            </a:r>
          </a:p>
          <a:p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8FE3219-9ABF-6031-0DCC-13804982CC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72757125"/>
              </p:ext>
            </p:extLst>
          </p:nvPr>
        </p:nvGraphicFramePr>
        <p:xfrm>
          <a:off x="8127999" y="2878666"/>
          <a:ext cx="3777460" cy="3350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8FDC64A-E5D9-9D5C-400B-437AA99E9EAE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675996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00EA9-D2A4-324F-8606-3CDE0F06A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940" y="904805"/>
            <a:ext cx="8761413" cy="706964"/>
          </a:xfrm>
        </p:spPr>
        <p:txBody>
          <a:bodyPr/>
          <a:lstStyle/>
          <a:p>
            <a:r>
              <a:rPr lang="sv-SE" dirty="0"/>
              <a:t>2.Cloud Migration in Fannie Mae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9A460-4838-7CDF-9663-3122CC5F79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354" y="2544234"/>
            <a:ext cx="3908113" cy="402167"/>
          </a:xfrm>
        </p:spPr>
        <p:txBody>
          <a:bodyPr/>
          <a:lstStyle/>
          <a:p>
            <a:r>
              <a:rPr lang="en-US" dirty="0"/>
              <a:t>7 Rs in AWS Cloud Migration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DF2936-3CFA-A896-4C17-FEFAFAB20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070" y="3063876"/>
            <a:ext cx="4390862" cy="36361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2EEDFA-C1D6-BA5B-129B-7C8D1B083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621" y="2711877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D3D017-E651-4304-4D01-96CFF661D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97" y="4004579"/>
            <a:ext cx="1388533" cy="1041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0FF08C-CB3B-2CF3-D883-FDF108A0C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2019" y="4073065"/>
            <a:ext cx="1253067" cy="939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804DAD-7251-FD22-EE74-4352BA72AB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801" y="5350443"/>
            <a:ext cx="1580274" cy="9398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C02668-4915-94EF-92A8-D28B7FEF46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261" y="4073065"/>
            <a:ext cx="1531814" cy="7089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0F471-1F10-43CA-CBC1-1464D5C19F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5103" y="5438609"/>
            <a:ext cx="1514018" cy="8516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BB5AB5-3B15-369B-AC41-4379CF98DF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97392" y="5350443"/>
            <a:ext cx="1577323" cy="10037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EF7885-8894-6379-FF11-E2671C4ACAF7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59250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DDE69-3F80-8204-405C-BCA5C05A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27" y="872232"/>
            <a:ext cx="10164979" cy="706964"/>
          </a:xfrm>
        </p:spPr>
        <p:txBody>
          <a:bodyPr/>
          <a:lstStyle/>
          <a:p>
            <a:r>
              <a:rPr lang="en-US" dirty="0"/>
              <a:t>2.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73DF9-3166-A60E-52C2-E39C8F06D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2290234"/>
            <a:ext cx="11396134" cy="706964"/>
          </a:xfrm>
        </p:spPr>
        <p:txBody>
          <a:bodyPr/>
          <a:lstStyle/>
          <a:p>
            <a:r>
              <a:rPr lang="en-US" dirty="0"/>
              <a:t>Financial regulators, banks, Asset management companies, payment companies and exchanges also have cloud migration.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5AB3C-3BC2-1BB0-A480-079D7BC5D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83" y="4025063"/>
            <a:ext cx="2007612" cy="20076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CB48E5-6543-1116-993A-705850C76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605" y="2957435"/>
            <a:ext cx="1257396" cy="1257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FC7744-7040-39EC-5B32-811FF775C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208" y="3021465"/>
            <a:ext cx="1887113" cy="10497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366866-BA32-93EF-E882-DA10563BE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4375" y="4463839"/>
            <a:ext cx="1829936" cy="1013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14B818-2604-D038-6A7F-2DFDACE5B2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0065" y="4463839"/>
            <a:ext cx="1397559" cy="929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0405E3-91AB-1BC4-4432-802AF71DEA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4386" y="3429000"/>
            <a:ext cx="2105887" cy="5880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3E1CFE-00BD-35DB-84AE-E1D7386211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841" y="4524514"/>
            <a:ext cx="1652317" cy="929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EE2673-0819-48AC-AEC6-AEC75FFFA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47163" y="4578302"/>
            <a:ext cx="1167504" cy="7005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2CBC153-62D9-D625-079A-DEB8576A0CB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64668" y="2933161"/>
            <a:ext cx="2244366" cy="13472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88CB34E-20BE-1714-5A1C-D6DA56BD9749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771836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CEDFC-FB8B-5C8E-0043-6AAE4647D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197" y="877915"/>
            <a:ext cx="8761413" cy="706964"/>
          </a:xfrm>
        </p:spPr>
        <p:txBody>
          <a:bodyPr/>
          <a:lstStyle/>
          <a:p>
            <a:r>
              <a:rPr lang="en-US" dirty="0"/>
              <a:t>3. My work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0E313-0497-11D3-5F35-E50D606AC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350" y="2506365"/>
            <a:ext cx="11287814" cy="462437"/>
          </a:xfrm>
        </p:spPr>
        <p:txBody>
          <a:bodyPr>
            <a:normAutofit/>
          </a:bodyPr>
          <a:lstStyle/>
          <a:p>
            <a:r>
              <a:rPr lang="en-US" altLang="zh-CN" dirty="0"/>
              <a:t>I worked in EMA team to migrate a series of cash flow models from SAS to</a:t>
            </a:r>
            <a:r>
              <a:rPr lang="zh-CN" altLang="en-US" dirty="0"/>
              <a:t> </a:t>
            </a:r>
            <a:r>
              <a:rPr lang="en-US" altLang="zh-CN" dirty="0"/>
              <a:t>R/Python.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1A2269-9CB7-D78D-F2AA-2C255022BB68}"/>
              </a:ext>
            </a:extLst>
          </p:cNvPr>
          <p:cNvSpPr txBox="1">
            <a:spLocks/>
          </p:cNvSpPr>
          <p:nvPr/>
        </p:nvSpPr>
        <p:spPr>
          <a:xfrm>
            <a:off x="117248" y="4196468"/>
            <a:ext cx="4062668" cy="377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5065E8-B245-ACF7-1E53-587354147EDB}"/>
              </a:ext>
            </a:extLst>
          </p:cNvPr>
          <p:cNvSpPr txBox="1"/>
          <p:nvPr/>
        </p:nvSpPr>
        <p:spPr>
          <a:xfrm>
            <a:off x="2212196" y="4406332"/>
            <a:ext cx="2104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Enterprise </a:t>
            </a:r>
          </a:p>
          <a:p>
            <a:pPr algn="ctr"/>
            <a:r>
              <a:rPr lang="en-US" sz="1400" dirty="0"/>
              <a:t>Modeling &amp; Analytics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A3CF30E-B820-0981-059C-A22403E3347E}"/>
              </a:ext>
            </a:extLst>
          </p:cNvPr>
          <p:cNvSpPr txBox="1">
            <a:spLocks/>
          </p:cNvSpPr>
          <p:nvPr/>
        </p:nvSpPr>
        <p:spPr>
          <a:xfrm>
            <a:off x="5900032" y="5575286"/>
            <a:ext cx="2451627" cy="8095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1400" dirty="0"/>
              <a:t>Dollar loss 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400" dirty="0"/>
              <a:t>------------------------------------ 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400" dirty="0"/>
              <a:t>unpaid principal balance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5F8E24-132B-C328-20AD-389B40BDFB6D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D99993D-52A1-B0FA-788E-01115C444ABE}"/>
              </a:ext>
            </a:extLst>
          </p:cNvPr>
          <p:cNvSpPr txBox="1">
            <a:spLocks/>
          </p:cNvSpPr>
          <p:nvPr/>
        </p:nvSpPr>
        <p:spPr>
          <a:xfrm>
            <a:off x="8541758" y="5577667"/>
            <a:ext cx="1349133" cy="377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PFS, TPS, REO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7333BEE-8671-81C1-F53D-31C9422618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9872049"/>
              </p:ext>
            </p:extLst>
          </p:nvPr>
        </p:nvGraphicFramePr>
        <p:xfrm>
          <a:off x="6866626" y="3314854"/>
          <a:ext cx="5071686" cy="19219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BD026AE1-D082-247A-7098-1AC5268D96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58462620"/>
              </p:ext>
            </p:extLst>
          </p:nvPr>
        </p:nvGraphicFramePr>
        <p:xfrm>
          <a:off x="2393008" y="5577667"/>
          <a:ext cx="1742536" cy="11726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62BCF69-3879-19D5-A730-3723F0B109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17229463"/>
              </p:ext>
            </p:extLst>
          </p:nvPr>
        </p:nvGraphicFramePr>
        <p:xfrm>
          <a:off x="253688" y="3016982"/>
          <a:ext cx="5948704" cy="1744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0356A79-D2B5-6FB4-06C3-F8F20A2A8446}"/>
              </a:ext>
            </a:extLst>
          </p:cNvPr>
          <p:cNvSpPr txBox="1"/>
          <p:nvPr/>
        </p:nvSpPr>
        <p:spPr>
          <a:xfrm>
            <a:off x="4430349" y="4406332"/>
            <a:ext cx="2104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Economic </a:t>
            </a:r>
          </a:p>
          <a:p>
            <a:pPr algn="ctr"/>
            <a:r>
              <a:rPr lang="en-US" sz="1400" dirty="0"/>
              <a:t>Strategy &amp; Research</a:t>
            </a:r>
          </a:p>
        </p:txBody>
      </p:sp>
    </p:spTree>
    <p:extLst>
      <p:ext uri="{BB962C8B-B14F-4D97-AF65-F5344CB8AC3E}">
        <p14:creationId xmlns:p14="http://schemas.microsoft.com/office/powerpoint/2010/main" val="1906971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4696B-6011-5DD2-7121-E7F062FB0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3F71-2A73-886D-B610-D26B2B4C2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197" y="877915"/>
            <a:ext cx="8761413" cy="706964"/>
          </a:xfrm>
        </p:spPr>
        <p:txBody>
          <a:bodyPr/>
          <a:lstStyle/>
          <a:p>
            <a:r>
              <a:rPr lang="en-US" dirty="0"/>
              <a:t>3. My work in the cloud migration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7974C-0F40-EE5B-B5F6-13F88592FAB2}"/>
              </a:ext>
            </a:extLst>
          </p:cNvPr>
          <p:cNvSpPr/>
          <p:nvPr/>
        </p:nvSpPr>
        <p:spPr>
          <a:xfrm>
            <a:off x="6096000" y="3458698"/>
            <a:ext cx="1753728" cy="9097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Unix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AAF4-7D02-EF94-B578-170DF895199B}"/>
              </a:ext>
            </a:extLst>
          </p:cNvPr>
          <p:cNvSpPr/>
          <p:nvPr/>
        </p:nvSpPr>
        <p:spPr>
          <a:xfrm>
            <a:off x="8847825" y="3429000"/>
            <a:ext cx="1817296" cy="90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Putty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F9534F-2F5E-CC72-14C2-F6F93BB9BC2F}"/>
              </a:ext>
            </a:extLst>
          </p:cNvPr>
          <p:cNvSpPr/>
          <p:nvPr/>
        </p:nvSpPr>
        <p:spPr>
          <a:xfrm>
            <a:off x="6152374" y="5254106"/>
            <a:ext cx="1900377" cy="9097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WinSCP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7ABA1E-2217-EA50-9161-BF32EC78617F}"/>
              </a:ext>
            </a:extLst>
          </p:cNvPr>
          <p:cNvSpPr/>
          <p:nvPr/>
        </p:nvSpPr>
        <p:spPr>
          <a:xfrm>
            <a:off x="8847826" y="5262732"/>
            <a:ext cx="1817295" cy="90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Git</a:t>
            </a:r>
            <a:endParaRPr lang="en-US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07F3422-1015-FEF5-0E61-16DF869B12E9}"/>
              </a:ext>
            </a:extLst>
          </p:cNvPr>
          <p:cNvSpPr txBox="1">
            <a:spLocks/>
          </p:cNvSpPr>
          <p:nvPr/>
        </p:nvSpPr>
        <p:spPr>
          <a:xfrm>
            <a:off x="157659" y="2541614"/>
            <a:ext cx="11287814" cy="4624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Technologies used in the migration: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724F96-D434-E805-442C-A28A3084786C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  <p:graphicFrame>
        <p:nvGraphicFramePr>
          <p:cNvPr id="24" name="Diagram 23">
            <a:extLst>
              <a:ext uri="{FF2B5EF4-FFF2-40B4-BE49-F238E27FC236}">
                <a16:creationId xmlns:a16="http://schemas.microsoft.com/office/drawing/2014/main" id="{D44D401D-CA2A-449B-A0ED-8F4FE896BA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8741929"/>
              </p:ext>
            </p:extLst>
          </p:nvPr>
        </p:nvGraphicFramePr>
        <p:xfrm>
          <a:off x="723032" y="3429000"/>
          <a:ext cx="4090508" cy="25510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32663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4E6D8-5629-464B-16EF-F19EF89AB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90" y="890541"/>
            <a:ext cx="8761413" cy="706964"/>
          </a:xfrm>
        </p:spPr>
        <p:txBody>
          <a:bodyPr/>
          <a:lstStyle/>
          <a:p>
            <a:r>
              <a:rPr lang="en-US" dirty="0"/>
              <a:t>3. My work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2FB1B-D47B-36EB-3272-31AFE7473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381" y="2345805"/>
            <a:ext cx="11346874" cy="35583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 d</a:t>
            </a:r>
            <a:r>
              <a:rPr lang="en-US" altLang="zh-CN" dirty="0"/>
              <a:t>idn’t</a:t>
            </a:r>
            <a:r>
              <a:rPr lang="en-US" dirty="0"/>
              <a:t> have access to SAS. I only had the SAS code and log files. I had to ask my teammates to create some intermediate datasets.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611D1E-7478-2FC3-6B1F-4EF0867A7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969" y="2816815"/>
            <a:ext cx="4362386" cy="36574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158359-594C-41DC-CFE5-FE178A4C5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61" y="2820971"/>
            <a:ext cx="2247708" cy="38215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766DBC-F7D3-BB94-232C-E7402B4003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8305" y="2867543"/>
            <a:ext cx="4743695" cy="36574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79C72A-35A2-9C99-559F-E435C87ABD65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14D2D-0E06-7D9D-06C1-162B4B6D1463}"/>
              </a:ext>
            </a:extLst>
          </p:cNvPr>
          <p:cNvSpPr/>
          <p:nvPr/>
        </p:nvSpPr>
        <p:spPr>
          <a:xfrm>
            <a:off x="4384102" y="3344158"/>
            <a:ext cx="26582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cap="none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Sample</a:t>
            </a:r>
          </a:p>
        </p:txBody>
      </p:sp>
    </p:spTree>
    <p:extLst>
      <p:ext uri="{BB962C8B-B14F-4D97-AF65-F5344CB8AC3E}">
        <p14:creationId xmlns:p14="http://schemas.microsoft.com/office/powerpoint/2010/main" val="17387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337D7-0147-3295-D795-C3F0374F0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52" y="838200"/>
            <a:ext cx="10042290" cy="706964"/>
          </a:xfrm>
        </p:spPr>
        <p:txBody>
          <a:bodyPr/>
          <a:lstStyle/>
          <a:p>
            <a:r>
              <a:rPr lang="en-US" dirty="0"/>
              <a:t>3. My work – Steps for code 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7F445-5021-145D-6E5E-ABD15CE5B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302" y="3429000"/>
            <a:ext cx="2510443" cy="2722418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115888" indent="-115888"/>
            <a:r>
              <a:rPr lang="en-US" sz="1100" dirty="0"/>
              <a:t>Convert sas7bdat to </a:t>
            </a:r>
            <a:r>
              <a:rPr lang="en-US" sz="1100" dirty="0" err="1"/>
              <a:t>rds</a:t>
            </a:r>
            <a:endParaRPr lang="en-US" sz="1100" dirty="0"/>
          </a:p>
          <a:p>
            <a:pPr marL="115888" indent="-115888"/>
            <a:r>
              <a:rPr lang="en-US" sz="1100" dirty="0"/>
              <a:t>Import dataset</a:t>
            </a:r>
          </a:p>
          <a:p>
            <a:pPr marL="115888" indent="-115888"/>
            <a:r>
              <a:rPr lang="en-US" sz="1100" dirty="0"/>
              <a:t>Data format: sas7bdat/</a:t>
            </a:r>
            <a:r>
              <a:rPr lang="en-US" sz="1100" dirty="0" err="1"/>
              <a:t>rds</a:t>
            </a:r>
            <a:r>
              <a:rPr lang="en-US" sz="1100" dirty="0"/>
              <a:t>/parquet</a:t>
            </a:r>
          </a:p>
          <a:p>
            <a:pPr marL="115888" indent="-115888"/>
            <a:endParaRPr lang="en-US" sz="1100" dirty="0"/>
          </a:p>
          <a:p>
            <a:pPr marL="115888" indent="-115888"/>
            <a:r>
              <a:rPr lang="en-US" sz="1100" dirty="0"/>
              <a:t>date/month/time,</a:t>
            </a:r>
          </a:p>
          <a:p>
            <a:pPr marL="115888" indent="-115888"/>
            <a:r>
              <a:rPr lang="en-US" sz="1100" dirty="0"/>
              <a:t>Origin date</a:t>
            </a:r>
          </a:p>
          <a:p>
            <a:pPr marL="115888" indent="-115888"/>
            <a:r>
              <a:rPr lang="en-US" sz="1100" dirty="0"/>
              <a:t>missing values, </a:t>
            </a:r>
          </a:p>
          <a:p>
            <a:pPr marL="115888" indent="-115888"/>
            <a:r>
              <a:rPr lang="en-US" sz="1100" dirty="0"/>
              <a:t>N/A </a:t>
            </a:r>
          </a:p>
          <a:p>
            <a:pPr marL="115888" indent="-115888"/>
            <a:endParaRPr lang="en-US" sz="1100" dirty="0"/>
          </a:p>
          <a:p>
            <a:pPr marL="115888" indent="-115888"/>
            <a:r>
              <a:rPr lang="en-US" sz="1100" dirty="0"/>
              <a:t>Monthly Updated data</a:t>
            </a:r>
          </a:p>
          <a:p>
            <a:endParaRPr lang="en-US" sz="1200" dirty="0"/>
          </a:p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CA6D24-3ADA-E3BB-4FBE-869EADDB6510}"/>
              </a:ext>
            </a:extLst>
          </p:cNvPr>
          <p:cNvSpPr txBox="1">
            <a:spLocks/>
          </p:cNvSpPr>
          <p:nvPr/>
        </p:nvSpPr>
        <p:spPr>
          <a:xfrm>
            <a:off x="3358705" y="3429000"/>
            <a:ext cx="2755306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100" dirty="0"/>
              <a:t>Variables: filter data </a:t>
            </a:r>
          </a:p>
          <a:p>
            <a:pPr marL="115888" indent="-115888"/>
            <a:r>
              <a:rPr lang="en-US" sz="1100" dirty="0"/>
              <a:t>merge tables</a:t>
            </a:r>
          </a:p>
          <a:p>
            <a:pPr marL="515938" lvl="1" indent="-115888"/>
            <a:r>
              <a:rPr lang="en-US" sz="900" dirty="0"/>
              <a:t>Concatenate</a:t>
            </a:r>
          </a:p>
          <a:p>
            <a:pPr marL="515938" lvl="1" indent="-115888"/>
            <a:r>
              <a:rPr lang="en-US" sz="900" dirty="0"/>
              <a:t>match merging (with n= dataset option)</a:t>
            </a:r>
          </a:p>
          <a:p>
            <a:pPr marL="515938" lvl="1" indent="-115888"/>
            <a:r>
              <a:rPr lang="en-US" sz="900" dirty="0"/>
              <a:t>match merging (if a and b)</a:t>
            </a:r>
          </a:p>
          <a:p>
            <a:pPr marL="115888" indent="-115888"/>
            <a:r>
              <a:rPr lang="en-US" sz="1100" dirty="0"/>
              <a:t>Loops: </a:t>
            </a:r>
          </a:p>
          <a:p>
            <a:pPr marL="515938" lvl="1" indent="-115888"/>
            <a:r>
              <a:rPr lang="en-US" sz="900" dirty="0"/>
              <a:t>do until</a:t>
            </a:r>
          </a:p>
          <a:p>
            <a:pPr marL="515938" lvl="1" indent="-115888"/>
            <a:r>
              <a:rPr lang="en-US" sz="900" dirty="0"/>
              <a:t>Nested do loops</a:t>
            </a:r>
          </a:p>
          <a:p>
            <a:endParaRPr lang="en-US" sz="1200" dirty="0"/>
          </a:p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B6D6B54-A311-EB16-8BD2-E3485F3BBABB}"/>
              </a:ext>
            </a:extLst>
          </p:cNvPr>
          <p:cNvSpPr txBox="1">
            <a:spLocks/>
          </p:cNvSpPr>
          <p:nvPr/>
        </p:nvSpPr>
        <p:spPr>
          <a:xfrm>
            <a:off x="6400800" y="3429000"/>
            <a:ext cx="2435629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200" dirty="0"/>
              <a:t>Spline in Linear/logistic regression</a:t>
            </a:r>
          </a:p>
          <a:p>
            <a:pPr marL="115888" indent="-115888"/>
            <a:r>
              <a:rPr lang="en-US" sz="1200" dirty="0"/>
              <a:t>Two step regression</a:t>
            </a:r>
          </a:p>
          <a:p>
            <a:endParaRPr lang="en-US" sz="1200" dirty="0"/>
          </a:p>
          <a:p>
            <a:endParaRPr lang="en-US" dirty="0"/>
          </a:p>
        </p:txBody>
      </p:sp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4207582E-C159-7D00-332B-C4D21A4671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5554497"/>
              </p:ext>
            </p:extLst>
          </p:nvPr>
        </p:nvGraphicFramePr>
        <p:xfrm>
          <a:off x="498764" y="2292926"/>
          <a:ext cx="11230494" cy="11360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FA28388-176F-6365-7397-2844E903A1F6}"/>
              </a:ext>
            </a:extLst>
          </p:cNvPr>
          <p:cNvSpPr txBox="1">
            <a:spLocks/>
          </p:cNvSpPr>
          <p:nvPr/>
        </p:nvSpPr>
        <p:spPr>
          <a:xfrm>
            <a:off x="9320313" y="3429000"/>
            <a:ext cx="2372924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200" dirty="0"/>
              <a:t>Comparison </a:t>
            </a:r>
          </a:p>
          <a:p>
            <a:pPr marL="115888" indent="-115888"/>
            <a:r>
              <a:rPr lang="en-US" sz="1200" dirty="0"/>
              <a:t>Explanations</a:t>
            </a:r>
          </a:p>
          <a:p>
            <a:pPr marL="115888" indent="-115888"/>
            <a:r>
              <a:rPr lang="en-US" sz="1200" dirty="0"/>
              <a:t>Tables: modify R outputs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7131A5-54F0-841D-69D4-7EEE7184D6DB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213553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F518D-1434-AE71-CCC6-D64E06915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10607555" cy="706964"/>
          </a:xfrm>
        </p:spPr>
        <p:txBody>
          <a:bodyPr/>
          <a:lstStyle/>
          <a:p>
            <a:r>
              <a:rPr lang="en-US" dirty="0"/>
              <a:t>Frequently used PROC/function/libraries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A42F75-680C-A81B-84A0-DA0E40F258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6399" y="2509751"/>
            <a:ext cx="1626104" cy="6667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BD5840-F2C6-1A5A-1517-943BC2A31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120" y="2509751"/>
            <a:ext cx="2143471" cy="8031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6CB4E1-CEBD-AED6-2445-998877250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4201" y="3434225"/>
            <a:ext cx="992039" cy="11446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B084F-E479-8EF3-2BB0-A5822B0EF3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516" y="3434225"/>
            <a:ext cx="990658" cy="11432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4A1EED-0038-873F-C6BA-0E355F8E3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1097" y="4546149"/>
            <a:ext cx="992039" cy="11449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54C418-AD76-DC26-22AB-85602CD6D5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247" y="5759648"/>
            <a:ext cx="1244595" cy="75445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22F3EEE-34DB-D712-B6B4-1B0950501B74}"/>
              </a:ext>
            </a:extLst>
          </p:cNvPr>
          <p:cNvSpPr txBox="1">
            <a:spLocks/>
          </p:cNvSpPr>
          <p:nvPr/>
        </p:nvSpPr>
        <p:spPr>
          <a:xfrm>
            <a:off x="356827" y="3547788"/>
            <a:ext cx="2512932" cy="307118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PROC GENMOD</a:t>
            </a:r>
          </a:p>
          <a:p>
            <a:r>
              <a:rPr lang="en-US" dirty="0"/>
              <a:t>PROC LOGISTIC</a:t>
            </a:r>
          </a:p>
          <a:p>
            <a:r>
              <a:rPr lang="en-US" dirty="0"/>
              <a:t>PROC FORMAT</a:t>
            </a:r>
          </a:p>
          <a:p>
            <a:r>
              <a:rPr lang="en-US" dirty="0"/>
              <a:t>PROC SORT</a:t>
            </a:r>
          </a:p>
          <a:p>
            <a:r>
              <a:rPr lang="en-US" dirty="0"/>
              <a:t>PROC TABULATE</a:t>
            </a:r>
          </a:p>
          <a:p>
            <a:r>
              <a:rPr lang="en-US" dirty="0"/>
              <a:t>PROC SQL</a:t>
            </a:r>
          </a:p>
          <a:p>
            <a:r>
              <a:rPr lang="en-US" dirty="0"/>
              <a:t>MACRO VAR/FUNCTIONS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0F11FFB-9D71-5055-F89A-8C96DA1AECF9}"/>
              </a:ext>
            </a:extLst>
          </p:cNvPr>
          <p:cNvSpPr txBox="1">
            <a:spLocks/>
          </p:cNvSpPr>
          <p:nvPr/>
        </p:nvSpPr>
        <p:spPr>
          <a:xfrm>
            <a:off x="3831513" y="3575727"/>
            <a:ext cx="3984020" cy="304324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readRDS</a:t>
            </a:r>
            <a:r>
              <a:rPr lang="en-US" dirty="0"/>
              <a:t>()/</a:t>
            </a:r>
            <a:r>
              <a:rPr lang="en-US" dirty="0" err="1"/>
              <a:t>save</a:t>
            </a:r>
            <a:r>
              <a:rPr lang="en-US" altLang="zh-CN" dirty="0" err="1"/>
              <a:t>RDS</a:t>
            </a:r>
            <a:r>
              <a:rPr lang="en-US" altLang="zh-CN" dirty="0"/>
              <a:t>()/</a:t>
            </a:r>
            <a:r>
              <a:rPr lang="en-US" altLang="zh-CN" dirty="0" err="1"/>
              <a:t>writecsv</a:t>
            </a:r>
            <a:r>
              <a:rPr lang="en-US" altLang="zh-CN" dirty="0"/>
              <a:t>()</a:t>
            </a:r>
          </a:p>
          <a:p>
            <a:r>
              <a:rPr lang="en-US" dirty="0" err="1"/>
              <a:t>tolower</a:t>
            </a:r>
            <a:r>
              <a:rPr lang="en-US" dirty="0"/>
              <a:t>()</a:t>
            </a:r>
          </a:p>
          <a:p>
            <a:r>
              <a:rPr lang="en-US" dirty="0"/>
              <a:t>Paste/paste0</a:t>
            </a:r>
          </a:p>
          <a:p>
            <a:r>
              <a:rPr lang="en-US" dirty="0"/>
              <a:t>filter()/mutate()/%&gt;%</a:t>
            </a:r>
          </a:p>
          <a:p>
            <a:r>
              <a:rPr lang="en-US" dirty="0" err="1"/>
              <a:t>glm</a:t>
            </a:r>
            <a:r>
              <a:rPr lang="en-US" dirty="0"/>
              <a:t>()</a:t>
            </a:r>
          </a:p>
          <a:p>
            <a:r>
              <a:rPr lang="en-US" dirty="0"/>
              <a:t>merge()</a:t>
            </a:r>
          </a:p>
          <a:p>
            <a:r>
              <a:rPr lang="en-US" dirty="0" err="1"/>
              <a:t>rbind</a:t>
            </a:r>
            <a:r>
              <a:rPr lang="en-US" dirty="0"/>
              <a:t>()/</a:t>
            </a:r>
            <a:r>
              <a:rPr lang="en-US" dirty="0" err="1"/>
              <a:t>cbind</a:t>
            </a:r>
            <a:r>
              <a:rPr lang="en-US" dirty="0"/>
              <a:t>()</a:t>
            </a:r>
          </a:p>
          <a:p>
            <a:r>
              <a:rPr lang="en-US" altLang="zh-CN" dirty="0" err="1"/>
              <a:t>comparedf</a:t>
            </a:r>
            <a:r>
              <a:rPr lang="en-US" altLang="zh-CN" dirty="0"/>
              <a:t>()</a:t>
            </a:r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3F9B9C-956B-C732-641E-A581C2365D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9344" y="4577481"/>
            <a:ext cx="969324" cy="1122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0B4DE2-EDB8-7DD7-DB61-94C8F4CF75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6240" y="3429000"/>
            <a:ext cx="992040" cy="11498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107CAE-DC38-55AC-4807-DBCA5CAFAA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43136" y="4577480"/>
            <a:ext cx="894461" cy="10320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B2D8D5F-D03C-1E61-BB36-D070D3F9BA54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860636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4F2CF-D0AC-0E8C-9D04-8EB2FB39D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learned: 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3D2D5-F349-838D-05CF-32056AA2E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29476" y="3621142"/>
                <a:ext cx="8825659" cy="283602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prices are a large numbers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pPr lvl="1"/>
                <a:r>
                  <a:rPr lang="en-US" dirty="0"/>
                  <a:t>median house price in the CA :$750,000</a:t>
                </a:r>
              </a:p>
              <a:p>
                <a:r>
                  <a:rPr lang="en-US" dirty="0"/>
                  <a:t>Var 1 can be different to $30,000 to $50,000 level.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3D2D5-F349-838D-05CF-32056AA2E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29476" y="3621142"/>
                <a:ext cx="8825659" cy="2836025"/>
              </a:xfrm>
              <a:blipFill>
                <a:blip r:embed="rId2"/>
                <a:stretch>
                  <a:fillRect l="-138"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0C520B-F86E-C66F-3DB7-BC685CFD9C82}"/>
              </a:ext>
            </a:extLst>
          </p:cNvPr>
          <p:cNvSpPr txBox="1">
            <a:spLocks/>
          </p:cNvSpPr>
          <p:nvPr/>
        </p:nvSpPr>
        <p:spPr>
          <a:xfrm>
            <a:off x="522770" y="2481795"/>
            <a:ext cx="11424814" cy="11393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know the results from SAS and R can be different. We set tolerance values or percentages.</a:t>
            </a:r>
          </a:p>
          <a:p>
            <a:r>
              <a:rPr lang="en-US" dirty="0"/>
              <a:t>But there are still issues: When small differences times large numbers, results may have large differences.</a:t>
            </a:r>
          </a:p>
          <a:p>
            <a:r>
              <a:rPr lang="en-US" dirty="0"/>
              <a:t>Example: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7B8A5-B1CB-CA23-C33F-23057A52FDAC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767184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62E84-287C-C932-967D-DC40B60A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76037-8541-4595-3065-1104EE31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learned: 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D9E30-609C-0F6B-7988-FEC4E8F9F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465" y="2948281"/>
            <a:ext cx="8825659" cy="2836025"/>
          </a:xfrm>
        </p:spPr>
        <p:txBody>
          <a:bodyPr>
            <a:normAutofit/>
          </a:bodyPr>
          <a:lstStyle/>
          <a:p>
            <a:r>
              <a:rPr lang="en-US" dirty="0"/>
              <a:t>SAS import data from local database: IBM Netezza.</a:t>
            </a:r>
          </a:p>
          <a:p>
            <a:r>
              <a:rPr lang="en-US" dirty="0"/>
              <a:t>R import data from cloud database: AWS Redshift.</a:t>
            </a:r>
          </a:p>
          <a:p>
            <a:r>
              <a:rPr lang="en-US" dirty="0"/>
              <a:t>Two database update daily data at different time, 6am or 8pm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84436E0-6B7F-96C2-C5C8-AEBED98AC5B3}"/>
              </a:ext>
            </a:extLst>
          </p:cNvPr>
          <p:cNvSpPr txBox="1">
            <a:spLocks/>
          </p:cNvSpPr>
          <p:nvPr/>
        </p:nvSpPr>
        <p:spPr>
          <a:xfrm>
            <a:off x="522770" y="2481796"/>
            <a:ext cx="11424814" cy="399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Another Example is related to database: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A7165D-CA08-9273-411E-6D805CC9F19E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846275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5E978-EFBD-18A7-418D-681746303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learned: 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60EC0-770E-4C8F-CC61-A292DAFC1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007627" cy="3409111"/>
          </a:xfrm>
        </p:spPr>
        <p:txBody>
          <a:bodyPr/>
          <a:lstStyle/>
          <a:p>
            <a:r>
              <a:rPr lang="en-US" dirty="0"/>
              <a:t>After the conversion, code could run extremely slow. It took hours or even days to run the new code. Sometimes, I have to run code at night.</a:t>
            </a:r>
          </a:p>
          <a:p>
            <a:endParaRPr lang="en-US" dirty="0"/>
          </a:p>
          <a:p>
            <a:r>
              <a:rPr lang="en-US" dirty="0"/>
              <a:t>A better option is to optimize the algorithm.</a:t>
            </a:r>
          </a:p>
          <a:p>
            <a:endParaRPr lang="en-US" dirty="0"/>
          </a:p>
          <a:p>
            <a:r>
              <a:rPr lang="en-US" dirty="0"/>
              <a:t>The best example of this is using vectorization in R to convert DO loop, instead of using for loops.</a:t>
            </a:r>
          </a:p>
          <a:p>
            <a:endParaRPr lang="en-US" dirty="0"/>
          </a:p>
          <a:p>
            <a:r>
              <a:rPr lang="en-US" dirty="0"/>
              <a:t>Import only columns you use for analysis in parquet format.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89372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E73B-C26C-1F3B-30DF-35A921F9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E9B1D-5AA5-C03E-14EC-CB02FBFB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596" y="2603500"/>
            <a:ext cx="11274725" cy="3416300"/>
          </a:xfrm>
        </p:spPr>
        <p:txBody>
          <a:bodyPr/>
          <a:lstStyle/>
          <a:p>
            <a:r>
              <a:rPr lang="en-US" dirty="0"/>
              <a:t>AWS “Lift and Shift” is the goal. But there are more things to consider in the real-world cloud migration.</a:t>
            </a:r>
          </a:p>
          <a:p>
            <a:r>
              <a:rPr lang="en-US" dirty="0"/>
              <a:t>Everything has a cost. Moving from SAS to free open-source software needs additional effort.</a:t>
            </a:r>
          </a:p>
          <a:p>
            <a:r>
              <a:rPr lang="en-US" dirty="0"/>
              <a:t>Lessons learned from AWS migration can be also applied to emerging AI technologies, such as Generative AI and Agentic AI. We also need to consider accuracy, efficiency and cost.</a:t>
            </a:r>
          </a:p>
        </p:txBody>
      </p:sp>
    </p:spTree>
    <p:extLst>
      <p:ext uri="{BB962C8B-B14F-4D97-AF65-F5344CB8AC3E}">
        <p14:creationId xmlns:p14="http://schemas.microsoft.com/office/powerpoint/2010/main" val="39504234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FF426-59A4-5223-447C-64525847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07343-168D-D994-90D1-2DD882C573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0051" y="5714151"/>
            <a:ext cx="1571621" cy="34751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LinkedIn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BE8A67-972C-0E8C-7674-B326F3540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9989" y="3134804"/>
            <a:ext cx="2286875" cy="22868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FD9BF-3BDB-D204-C5A1-EB9B758D8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30" y="3059828"/>
            <a:ext cx="2415264" cy="243682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CD7024-0B03-225D-3126-376E26376C15}"/>
              </a:ext>
            </a:extLst>
          </p:cNvPr>
          <p:cNvSpPr txBox="1">
            <a:spLocks/>
          </p:cNvSpPr>
          <p:nvPr/>
        </p:nvSpPr>
        <p:spPr>
          <a:xfrm>
            <a:off x="4443879" y="5710573"/>
            <a:ext cx="1571621" cy="3475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7CBF5E-30E1-17F7-12DB-4679430D39CD}"/>
              </a:ext>
            </a:extLst>
          </p:cNvPr>
          <p:cNvSpPr txBox="1">
            <a:spLocks/>
          </p:cNvSpPr>
          <p:nvPr/>
        </p:nvSpPr>
        <p:spPr>
          <a:xfrm>
            <a:off x="6633713" y="3023977"/>
            <a:ext cx="5495027" cy="26865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My other experience:</a:t>
            </a:r>
          </a:p>
          <a:p>
            <a:pPr lvl="1"/>
            <a:r>
              <a:rPr lang="en-US" dirty="0"/>
              <a:t>Student Loan modification</a:t>
            </a:r>
          </a:p>
          <a:p>
            <a:pPr lvl="1"/>
            <a:r>
              <a:rPr lang="en-US" dirty="0"/>
              <a:t>Mortgage Refinance Application-Level Index(RALI)</a:t>
            </a:r>
          </a:p>
          <a:p>
            <a:pPr lvl="1"/>
            <a:r>
              <a:rPr lang="en-US" dirty="0"/>
              <a:t>Gennie Mae/FHA products</a:t>
            </a:r>
          </a:p>
          <a:p>
            <a:pPr lvl="1"/>
            <a:r>
              <a:rPr lang="en-US" dirty="0"/>
              <a:t>Asset management</a:t>
            </a:r>
          </a:p>
          <a:p>
            <a:pPr lvl="1"/>
            <a:r>
              <a:rPr lang="en-US" dirty="0"/>
              <a:t>Hedge using </a:t>
            </a:r>
            <a:r>
              <a:rPr lang="en-US" altLang="zh-CN" dirty="0"/>
              <a:t>future and options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76924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620A4-3589-0D65-34EA-14EC02EEA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9210A-0FDC-AC25-79CB-C0A7B4C79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675" y="2553623"/>
            <a:ext cx="9767970" cy="1943562"/>
          </a:xfrm>
        </p:spPr>
        <p:txBody>
          <a:bodyPr>
            <a:normAutofit/>
          </a:bodyPr>
          <a:lstStyle/>
          <a:p>
            <a:r>
              <a:rPr lang="en-US" sz="120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AWS </a:t>
            </a:r>
            <a:r>
              <a:rPr lang="en-US" sz="1200" dirty="0" err="1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re:Invent</a:t>
            </a:r>
            <a:r>
              <a:rPr lang="en-US" sz="120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2021 - Fannie Mae: Migrating at scale without lifting and shifting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Fannie Mae’s Digital Transformation Journey with AWS | Amazon Web Services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Cloud Migration Strategy? - Cloud Migration Strategy Explained – AWS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the “7 Rs” - Cloud Migration Strategies | AWS Builder Center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asnr</a:t>
            </a:r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sz="1200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sas</a:t>
            </a:r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-to-r: Translate SAS to R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Code-Transcompiler-using-LLMs-public/README.md at main · </a:t>
            </a:r>
            <a:r>
              <a:rPr lang="en-US" sz="1200" dirty="0" err="1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CSOIreland</a:t>
            </a:r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/Code-Transcompiler-using-LLMs-public</a:t>
            </a:r>
            <a:endParaRPr lang="en-US" sz="1200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8063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{24F95ADF-211B-4389-98CD-4235D7F4A4E4}TF229edf6a-8a49-49ee-a0a6-5037052947485fb3ca0c-bc27bf41d645</Template>
  <TotalTime>1051</TotalTime>
  <Words>1012</Words>
  <Application>Microsoft Office PowerPoint</Application>
  <PresentationFormat>Widescreen</PresentationFormat>
  <Paragraphs>162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Cambria Math</vt:lpstr>
      <vt:lpstr>Century Gothic</vt:lpstr>
      <vt:lpstr>Times New Roman</vt:lpstr>
      <vt:lpstr>Wingdings 3</vt:lpstr>
      <vt:lpstr>Ion Boardroom</vt:lpstr>
      <vt:lpstr>From On-Premises to Cloud: </vt:lpstr>
      <vt:lpstr>Agenda</vt:lpstr>
      <vt:lpstr>1. Background - Fannie Mae</vt:lpstr>
      <vt:lpstr>2.Cloud Migration in Fannie Mae</vt:lpstr>
      <vt:lpstr>2. Cloud in other organizations</vt:lpstr>
      <vt:lpstr>3. My work in the cloud migration</vt:lpstr>
      <vt:lpstr>3. My work in the cloud migration</vt:lpstr>
      <vt:lpstr>3. My work in the cloud migration</vt:lpstr>
      <vt:lpstr>3. My work – Steps for code conversion</vt:lpstr>
      <vt:lpstr>Frequently used PROC/function/libraries</vt:lpstr>
      <vt:lpstr>Lessons learned: Accuracy</vt:lpstr>
      <vt:lpstr>Lessons learned: Accuracy</vt:lpstr>
      <vt:lpstr>Lessons learned: Efficiency</vt:lpstr>
      <vt:lpstr>Conclusions</vt:lpstr>
      <vt:lpstr>Q&amp;A</vt:lpstr>
      <vt:lpstr>References: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25</cp:revision>
  <dcterms:created xsi:type="dcterms:W3CDTF">2026-10-21T20:39:20Z</dcterms:created>
  <dcterms:modified xsi:type="dcterms:W3CDTF">2026-10-27T02:48:57Z</dcterms:modified>
</cp:coreProperties>
</file>