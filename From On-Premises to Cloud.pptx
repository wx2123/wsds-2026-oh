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9" r:id="rId13"/>
    <p:sldId id="270" r:id="rId14"/>
    <p:sldId id="268" r:id="rId15"/>
    <p:sldId id="267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80" autoAdjust="0"/>
    <p:restoredTop sz="94660"/>
  </p:normalViewPr>
  <p:slideViewPr>
    <p:cSldViewPr snapToGrid="0">
      <p:cViewPr varScale="1">
        <p:scale>
          <a:sx n="89" d="100"/>
          <a:sy n="89" d="100"/>
        </p:scale>
        <p:origin x="298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3208F64C-0EEF-4D44-B6E6-BFE6459F5DDE}" type="doc">
      <dgm:prSet loTypeId="urn:microsoft.com/office/officeart/2011/layout/HexagonRadial" loCatId="cycle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602F0427-6797-43C7-9CFF-39FE5CFA72D9}">
      <dgm:prSet phldrT="[Text]" phldr="0" custT="1"/>
      <dgm:spPr/>
      <dgm:t>
        <a:bodyPr/>
        <a:lstStyle/>
        <a:p>
          <a:r>
            <a:rPr lang="en-US" sz="1200" dirty="0"/>
            <a:t>Cloud migration</a:t>
          </a:r>
        </a:p>
      </dgm:t>
    </dgm:pt>
    <dgm:pt modelId="{936A183E-D86C-4E46-90C7-D408ED3AFE0C}" type="parTrans" cxnId="{0C14DDF5-4ABD-41AD-BB04-C7589277FC11}">
      <dgm:prSet/>
      <dgm:spPr/>
      <dgm:t>
        <a:bodyPr/>
        <a:lstStyle/>
        <a:p>
          <a:endParaRPr lang="en-US" sz="1200"/>
        </a:p>
      </dgm:t>
    </dgm:pt>
    <dgm:pt modelId="{9D912BBE-A4A4-4ECC-BB0A-28828FC6A443}" type="sibTrans" cxnId="{0C14DDF5-4ABD-41AD-BB04-C7589277FC11}">
      <dgm:prSet/>
      <dgm:spPr/>
      <dgm:t>
        <a:bodyPr/>
        <a:lstStyle/>
        <a:p>
          <a:endParaRPr lang="en-US" sz="1200"/>
        </a:p>
      </dgm:t>
    </dgm:pt>
    <dgm:pt modelId="{BE175FE2-498E-448A-B4A7-2283839D76F4}">
      <dgm:prSet phldrT="[Text]" phldr="0" custT="1"/>
      <dgm:spPr>
        <a:solidFill>
          <a:schemeClr val="accent2"/>
        </a:solidFill>
      </dgm:spPr>
      <dgm:t>
        <a:bodyPr/>
        <a:lstStyle/>
        <a:p>
          <a:r>
            <a:rPr lang="en-US" sz="1200" dirty="0"/>
            <a:t>Time to customer value</a:t>
          </a:r>
        </a:p>
      </dgm:t>
    </dgm:pt>
    <dgm:pt modelId="{D22DE5EC-1A0D-44B8-A0B4-B8E22F720A91}" type="parTrans" cxnId="{09912B82-505C-4526-A64D-7C4639D33CF2}">
      <dgm:prSet/>
      <dgm:spPr/>
      <dgm:t>
        <a:bodyPr/>
        <a:lstStyle/>
        <a:p>
          <a:endParaRPr lang="en-US" sz="1200"/>
        </a:p>
      </dgm:t>
    </dgm:pt>
    <dgm:pt modelId="{F7396975-9E05-4FAA-B722-F6253FC2E417}" type="sibTrans" cxnId="{09912B82-505C-4526-A64D-7C4639D33CF2}">
      <dgm:prSet/>
      <dgm:spPr/>
      <dgm:t>
        <a:bodyPr/>
        <a:lstStyle/>
        <a:p>
          <a:endParaRPr lang="en-US" sz="1200"/>
        </a:p>
      </dgm:t>
    </dgm:pt>
    <dgm:pt modelId="{1563DCD7-CC83-4FCC-986E-EF0D88F8C8C9}">
      <dgm:prSet phldrT="[Text]" phldr="0" custT="1"/>
      <dgm:spPr>
        <a:solidFill>
          <a:schemeClr val="accent3"/>
        </a:solidFill>
      </dgm:spPr>
      <dgm:t>
        <a:bodyPr/>
        <a:lstStyle/>
        <a:p>
          <a:r>
            <a:rPr lang="en-US" sz="1200" dirty="0"/>
            <a:t>Organize for effectiveness</a:t>
          </a:r>
        </a:p>
      </dgm:t>
    </dgm:pt>
    <dgm:pt modelId="{59CA1295-6B0D-4D46-9A6E-2BE514C501C1}" type="parTrans" cxnId="{CC0D36AC-DB77-4EAE-B086-2C6AAEFE3F2A}">
      <dgm:prSet/>
      <dgm:spPr/>
      <dgm:t>
        <a:bodyPr/>
        <a:lstStyle/>
        <a:p>
          <a:endParaRPr lang="en-US" sz="1200"/>
        </a:p>
      </dgm:t>
    </dgm:pt>
    <dgm:pt modelId="{E189B592-1F81-44E7-B47F-E1578E5C0D66}" type="sibTrans" cxnId="{CC0D36AC-DB77-4EAE-B086-2C6AAEFE3F2A}">
      <dgm:prSet/>
      <dgm:spPr/>
      <dgm:t>
        <a:bodyPr/>
        <a:lstStyle/>
        <a:p>
          <a:endParaRPr lang="en-US" sz="1200"/>
        </a:p>
      </dgm:t>
    </dgm:pt>
    <dgm:pt modelId="{E9121F76-5EF8-4413-AF26-8697B1A9AA5A}">
      <dgm:prSet phldrT="[Text]" phldr="0" custT="1"/>
      <dgm:spPr>
        <a:solidFill>
          <a:srgbClr val="92D050"/>
        </a:solidFill>
      </dgm:spPr>
      <dgm:t>
        <a:bodyPr/>
        <a:lstStyle/>
        <a:p>
          <a:r>
            <a:rPr lang="en-US" sz="1200" dirty="0"/>
            <a:t>Digital stability</a:t>
          </a:r>
        </a:p>
      </dgm:t>
    </dgm:pt>
    <dgm:pt modelId="{8C532E8D-69F8-4B70-A921-97FB40C76A2F}" type="parTrans" cxnId="{81F62DBD-B899-4930-B398-F865E8B6888B}">
      <dgm:prSet/>
      <dgm:spPr/>
      <dgm:t>
        <a:bodyPr/>
        <a:lstStyle/>
        <a:p>
          <a:endParaRPr lang="en-US" sz="1200"/>
        </a:p>
      </dgm:t>
    </dgm:pt>
    <dgm:pt modelId="{CCB91678-A106-4A6C-87D2-2D693F9505DB}" type="sibTrans" cxnId="{81F62DBD-B899-4930-B398-F865E8B6888B}">
      <dgm:prSet/>
      <dgm:spPr/>
      <dgm:t>
        <a:bodyPr/>
        <a:lstStyle/>
        <a:p>
          <a:endParaRPr lang="en-US" sz="1200"/>
        </a:p>
      </dgm:t>
    </dgm:pt>
    <dgm:pt modelId="{D06E1645-DE76-4E65-BB3C-46F3BAC5AF75}">
      <dgm:prSet phldrT="[Text]" custT="1"/>
      <dgm:spPr>
        <a:solidFill>
          <a:srgbClr val="00B0F0"/>
        </a:solidFill>
      </dgm:spPr>
      <dgm:t>
        <a:bodyPr/>
        <a:lstStyle/>
        <a:p>
          <a:r>
            <a:rPr lang="en-US" altLang="zh-CN" sz="1200" dirty="0"/>
            <a:t>Business Innovation at speed</a:t>
          </a:r>
          <a:endParaRPr lang="en-US" sz="1200" dirty="0"/>
        </a:p>
      </dgm:t>
    </dgm:pt>
    <dgm:pt modelId="{BE94E7EA-F143-44A5-B81A-3464EC870185}" type="parTrans" cxnId="{CCB88BBB-D2D2-4EE7-BA30-391C3EBAD68C}">
      <dgm:prSet/>
      <dgm:spPr/>
      <dgm:t>
        <a:bodyPr/>
        <a:lstStyle/>
        <a:p>
          <a:endParaRPr lang="en-US" sz="1200"/>
        </a:p>
      </dgm:t>
    </dgm:pt>
    <dgm:pt modelId="{5927F88E-3CFB-42A1-B344-5AA79A4C293A}" type="sibTrans" cxnId="{CCB88BBB-D2D2-4EE7-BA30-391C3EBAD68C}">
      <dgm:prSet/>
      <dgm:spPr/>
      <dgm:t>
        <a:bodyPr/>
        <a:lstStyle/>
        <a:p>
          <a:endParaRPr lang="en-US" sz="1200"/>
        </a:p>
      </dgm:t>
    </dgm:pt>
    <dgm:pt modelId="{BB981C33-12A1-4F6C-8D00-12C6EC1236A6}">
      <dgm:prSet phldrT="[Text]" phldr="0" custT="1"/>
      <dgm:spPr>
        <a:solidFill>
          <a:srgbClr val="002060"/>
        </a:solidFill>
      </dgm:spPr>
      <dgm:t>
        <a:bodyPr/>
        <a:lstStyle/>
        <a:p>
          <a:r>
            <a:rPr lang="en-US" sz="1200" dirty="0"/>
            <a:t>Enable transformation</a:t>
          </a:r>
        </a:p>
      </dgm:t>
    </dgm:pt>
    <dgm:pt modelId="{F7D42D6E-AEC6-4242-B246-7A189388A0F8}" type="parTrans" cxnId="{FA5E902D-85A4-4CD2-87C7-EE50DFA82060}">
      <dgm:prSet/>
      <dgm:spPr/>
      <dgm:t>
        <a:bodyPr/>
        <a:lstStyle/>
        <a:p>
          <a:endParaRPr lang="en-US" sz="1200"/>
        </a:p>
      </dgm:t>
    </dgm:pt>
    <dgm:pt modelId="{A5179DFB-4E52-435E-98B6-48F909660EC9}" type="sibTrans" cxnId="{FA5E902D-85A4-4CD2-87C7-EE50DFA82060}">
      <dgm:prSet/>
      <dgm:spPr/>
      <dgm:t>
        <a:bodyPr/>
        <a:lstStyle/>
        <a:p>
          <a:endParaRPr lang="en-US" sz="1200"/>
        </a:p>
      </dgm:t>
    </dgm:pt>
    <dgm:pt modelId="{E6B28B6F-C093-4492-834A-5B67CB2968D9}">
      <dgm:prSet phldrT="[Text]" phldr="0" custT="1"/>
      <dgm:spPr>
        <a:solidFill>
          <a:srgbClr val="FF0000"/>
        </a:solidFill>
      </dgm:spPr>
      <dgm:t>
        <a:bodyPr/>
        <a:lstStyle/>
        <a:p>
          <a:r>
            <a:rPr lang="en-US" sz="1200" dirty="0"/>
            <a:t>Intelligent </a:t>
          </a:r>
          <a:r>
            <a:rPr lang="en-US" altLang="zh-CN" sz="1200" dirty="0"/>
            <a:t>automation</a:t>
          </a:r>
          <a:endParaRPr lang="en-US" sz="1200" dirty="0"/>
        </a:p>
      </dgm:t>
    </dgm:pt>
    <dgm:pt modelId="{16007CBA-F250-4A92-91E9-E2465ED87B2A}" type="parTrans" cxnId="{E6ECE566-AB50-4692-8DED-B40CF4E97AB2}">
      <dgm:prSet/>
      <dgm:spPr/>
      <dgm:t>
        <a:bodyPr/>
        <a:lstStyle/>
        <a:p>
          <a:endParaRPr lang="en-US" sz="1200"/>
        </a:p>
      </dgm:t>
    </dgm:pt>
    <dgm:pt modelId="{F8A9E26C-260A-45F5-8E9E-ABAE245C49E4}" type="sibTrans" cxnId="{E6ECE566-AB50-4692-8DED-B40CF4E97AB2}">
      <dgm:prSet/>
      <dgm:spPr/>
      <dgm:t>
        <a:bodyPr/>
        <a:lstStyle/>
        <a:p>
          <a:endParaRPr lang="en-US" sz="1200"/>
        </a:p>
      </dgm:t>
    </dgm:pt>
    <dgm:pt modelId="{67D15FC6-E047-48C3-847F-243D66AC66A9}" type="pres">
      <dgm:prSet presAssocID="{3208F64C-0EEF-4D44-B6E6-BFE6459F5DDE}" presName="Name0" presStyleCnt="0">
        <dgm:presLayoutVars>
          <dgm:chMax val="1"/>
          <dgm:chPref val="1"/>
          <dgm:dir/>
          <dgm:animOne val="branch"/>
          <dgm:animLvl val="lvl"/>
        </dgm:presLayoutVars>
      </dgm:prSet>
      <dgm:spPr/>
    </dgm:pt>
    <dgm:pt modelId="{F1D19A2F-77BC-4938-9885-093F435A8A47}" type="pres">
      <dgm:prSet presAssocID="{602F0427-6797-43C7-9CFF-39FE5CFA72D9}" presName="Parent" presStyleLbl="node0" presStyleIdx="0" presStyleCnt="1">
        <dgm:presLayoutVars>
          <dgm:chMax val="6"/>
          <dgm:chPref val="6"/>
        </dgm:presLayoutVars>
      </dgm:prSet>
      <dgm:spPr/>
    </dgm:pt>
    <dgm:pt modelId="{D6EA40F1-8F1D-497B-935A-7440D7458290}" type="pres">
      <dgm:prSet presAssocID="{BE175FE2-498E-448A-B4A7-2283839D76F4}" presName="Accent1" presStyleCnt="0"/>
      <dgm:spPr/>
    </dgm:pt>
    <dgm:pt modelId="{595D05E8-0147-4426-84F2-CAF286F94084}" type="pres">
      <dgm:prSet presAssocID="{BE175FE2-498E-448A-B4A7-2283839D76F4}" presName="Accent" presStyleLbl="bgShp" presStyleIdx="0" presStyleCnt="6"/>
      <dgm:spPr/>
    </dgm:pt>
    <dgm:pt modelId="{0CB0AA78-D63F-4F3A-AFA6-EAE5E0314406}" type="pres">
      <dgm:prSet presAssocID="{BE175FE2-498E-448A-B4A7-2283839D76F4}" presName="Child1" presStyleLbl="node1" presStyleIdx="0" presStyleCnt="6">
        <dgm:presLayoutVars>
          <dgm:chMax val="0"/>
          <dgm:chPref val="0"/>
          <dgm:bulletEnabled val="1"/>
        </dgm:presLayoutVars>
      </dgm:prSet>
      <dgm:spPr/>
    </dgm:pt>
    <dgm:pt modelId="{588526E8-04B5-4B80-AA9B-0D229A69CB08}" type="pres">
      <dgm:prSet presAssocID="{1563DCD7-CC83-4FCC-986E-EF0D88F8C8C9}" presName="Accent2" presStyleCnt="0"/>
      <dgm:spPr/>
    </dgm:pt>
    <dgm:pt modelId="{16108406-D824-48AA-986F-F20B13B82A81}" type="pres">
      <dgm:prSet presAssocID="{1563DCD7-CC83-4FCC-986E-EF0D88F8C8C9}" presName="Accent" presStyleLbl="bgShp" presStyleIdx="1" presStyleCnt="6"/>
      <dgm:spPr/>
    </dgm:pt>
    <dgm:pt modelId="{9699140C-2F89-460C-BE44-85A64DE59F52}" type="pres">
      <dgm:prSet presAssocID="{1563DCD7-CC83-4FCC-986E-EF0D88F8C8C9}" presName="Child2" presStyleLbl="node1" presStyleIdx="1" presStyleCnt="6">
        <dgm:presLayoutVars>
          <dgm:chMax val="0"/>
          <dgm:chPref val="0"/>
          <dgm:bulletEnabled val="1"/>
        </dgm:presLayoutVars>
      </dgm:prSet>
      <dgm:spPr/>
    </dgm:pt>
    <dgm:pt modelId="{B9739F21-4DE0-44C7-A0C1-2C212BC562EA}" type="pres">
      <dgm:prSet presAssocID="{E9121F76-5EF8-4413-AF26-8697B1A9AA5A}" presName="Accent3" presStyleCnt="0"/>
      <dgm:spPr/>
    </dgm:pt>
    <dgm:pt modelId="{322F9847-0308-445A-A02E-9697140899BE}" type="pres">
      <dgm:prSet presAssocID="{E9121F76-5EF8-4413-AF26-8697B1A9AA5A}" presName="Accent" presStyleLbl="bgShp" presStyleIdx="2" presStyleCnt="6"/>
      <dgm:spPr/>
    </dgm:pt>
    <dgm:pt modelId="{55AB8E64-BB27-433B-A701-D00D0ADFE0F2}" type="pres">
      <dgm:prSet presAssocID="{E9121F76-5EF8-4413-AF26-8697B1A9AA5A}" presName="Child3" presStyleLbl="node1" presStyleIdx="2" presStyleCnt="6">
        <dgm:presLayoutVars>
          <dgm:chMax val="0"/>
          <dgm:chPref val="0"/>
          <dgm:bulletEnabled val="1"/>
        </dgm:presLayoutVars>
      </dgm:prSet>
      <dgm:spPr/>
    </dgm:pt>
    <dgm:pt modelId="{FE031180-106C-462C-846E-00FB37085631}" type="pres">
      <dgm:prSet presAssocID="{D06E1645-DE76-4E65-BB3C-46F3BAC5AF75}" presName="Accent4" presStyleCnt="0"/>
      <dgm:spPr/>
    </dgm:pt>
    <dgm:pt modelId="{76DF7524-118F-4A3C-8039-C7730AC993D2}" type="pres">
      <dgm:prSet presAssocID="{D06E1645-DE76-4E65-BB3C-46F3BAC5AF75}" presName="Accent" presStyleLbl="bgShp" presStyleIdx="3" presStyleCnt="6"/>
      <dgm:spPr/>
    </dgm:pt>
    <dgm:pt modelId="{D57699A4-5871-457E-B5AC-85BE314A9854}" type="pres">
      <dgm:prSet presAssocID="{D06E1645-DE76-4E65-BB3C-46F3BAC5AF75}" presName="Child4" presStyleLbl="node1" presStyleIdx="3" presStyleCnt="6">
        <dgm:presLayoutVars>
          <dgm:chMax val="0"/>
          <dgm:chPref val="0"/>
          <dgm:bulletEnabled val="1"/>
        </dgm:presLayoutVars>
      </dgm:prSet>
      <dgm:spPr/>
    </dgm:pt>
    <dgm:pt modelId="{5A3A4720-2C82-4FE8-8A1B-0239B901DA21}" type="pres">
      <dgm:prSet presAssocID="{BB981C33-12A1-4F6C-8D00-12C6EC1236A6}" presName="Accent5" presStyleCnt="0"/>
      <dgm:spPr/>
    </dgm:pt>
    <dgm:pt modelId="{6A5105C0-DF27-4B27-8885-6430EAC6309F}" type="pres">
      <dgm:prSet presAssocID="{BB981C33-12A1-4F6C-8D00-12C6EC1236A6}" presName="Accent" presStyleLbl="bgShp" presStyleIdx="4" presStyleCnt="6"/>
      <dgm:spPr/>
    </dgm:pt>
    <dgm:pt modelId="{EDC1BEF1-AC06-4D76-AA94-62F6EB75537B}" type="pres">
      <dgm:prSet presAssocID="{BB981C33-12A1-4F6C-8D00-12C6EC1236A6}" presName="Child5" presStyleLbl="node1" presStyleIdx="4" presStyleCnt="6">
        <dgm:presLayoutVars>
          <dgm:chMax val="0"/>
          <dgm:chPref val="0"/>
          <dgm:bulletEnabled val="1"/>
        </dgm:presLayoutVars>
      </dgm:prSet>
      <dgm:spPr/>
    </dgm:pt>
    <dgm:pt modelId="{0D077B03-4238-4515-BAC2-1FD4B5D76EA1}" type="pres">
      <dgm:prSet presAssocID="{E6B28B6F-C093-4492-834A-5B67CB2968D9}" presName="Accent6" presStyleCnt="0"/>
      <dgm:spPr/>
    </dgm:pt>
    <dgm:pt modelId="{49B31C55-29E4-4F65-B048-7407A37441AB}" type="pres">
      <dgm:prSet presAssocID="{E6B28B6F-C093-4492-834A-5B67CB2968D9}" presName="Accent" presStyleLbl="bgShp" presStyleIdx="5" presStyleCnt="6"/>
      <dgm:spPr/>
    </dgm:pt>
    <dgm:pt modelId="{C5A425D9-4151-4A77-AD71-BFDEBC1E8358}" type="pres">
      <dgm:prSet presAssocID="{E6B28B6F-C093-4492-834A-5B67CB2968D9}" presName="Child6" presStyleLbl="node1" presStyleIdx="5" presStyleCnt="6">
        <dgm:presLayoutVars>
          <dgm:chMax val="0"/>
          <dgm:chPref val="0"/>
          <dgm:bulletEnabled val="1"/>
        </dgm:presLayoutVars>
      </dgm:prSet>
      <dgm:spPr/>
    </dgm:pt>
  </dgm:ptLst>
  <dgm:cxnLst>
    <dgm:cxn modelId="{A1E61F11-34AE-4A47-A574-9C0EAE61A1D7}" type="presOf" srcId="{E9121F76-5EF8-4413-AF26-8697B1A9AA5A}" destId="{55AB8E64-BB27-433B-A701-D00D0ADFE0F2}" srcOrd="0" destOrd="0" presId="urn:microsoft.com/office/officeart/2011/layout/HexagonRadial"/>
    <dgm:cxn modelId="{FA5E902D-85A4-4CD2-87C7-EE50DFA82060}" srcId="{602F0427-6797-43C7-9CFF-39FE5CFA72D9}" destId="{BB981C33-12A1-4F6C-8D00-12C6EC1236A6}" srcOrd="4" destOrd="0" parTransId="{F7D42D6E-AEC6-4242-B246-7A189388A0F8}" sibTransId="{A5179DFB-4E52-435E-98B6-48F909660EC9}"/>
    <dgm:cxn modelId="{E6ECE566-AB50-4692-8DED-B40CF4E97AB2}" srcId="{602F0427-6797-43C7-9CFF-39FE5CFA72D9}" destId="{E6B28B6F-C093-4492-834A-5B67CB2968D9}" srcOrd="5" destOrd="0" parTransId="{16007CBA-F250-4A92-91E9-E2465ED87B2A}" sibTransId="{F8A9E26C-260A-45F5-8E9E-ABAE245C49E4}"/>
    <dgm:cxn modelId="{B51CFA6D-8734-48C0-80BD-7223A131C12A}" type="presOf" srcId="{602F0427-6797-43C7-9CFF-39FE5CFA72D9}" destId="{F1D19A2F-77BC-4938-9885-093F435A8A47}" srcOrd="0" destOrd="0" presId="urn:microsoft.com/office/officeart/2011/layout/HexagonRadial"/>
    <dgm:cxn modelId="{ADEC6658-7BEA-464C-B0A8-7F9E2D7F4212}" type="presOf" srcId="{D06E1645-DE76-4E65-BB3C-46F3BAC5AF75}" destId="{D57699A4-5871-457E-B5AC-85BE314A9854}" srcOrd="0" destOrd="0" presId="urn:microsoft.com/office/officeart/2011/layout/HexagonRadial"/>
    <dgm:cxn modelId="{09912B82-505C-4526-A64D-7C4639D33CF2}" srcId="{602F0427-6797-43C7-9CFF-39FE5CFA72D9}" destId="{BE175FE2-498E-448A-B4A7-2283839D76F4}" srcOrd="0" destOrd="0" parTransId="{D22DE5EC-1A0D-44B8-A0B4-B8E22F720A91}" sibTransId="{F7396975-9E05-4FAA-B722-F6253FC2E417}"/>
    <dgm:cxn modelId="{E2FF408A-AF54-4325-94F7-C2B965552F11}" type="presOf" srcId="{BB981C33-12A1-4F6C-8D00-12C6EC1236A6}" destId="{EDC1BEF1-AC06-4D76-AA94-62F6EB75537B}" srcOrd="0" destOrd="0" presId="urn:microsoft.com/office/officeart/2011/layout/HexagonRadial"/>
    <dgm:cxn modelId="{CC0D36AC-DB77-4EAE-B086-2C6AAEFE3F2A}" srcId="{602F0427-6797-43C7-9CFF-39FE5CFA72D9}" destId="{1563DCD7-CC83-4FCC-986E-EF0D88F8C8C9}" srcOrd="1" destOrd="0" parTransId="{59CA1295-6B0D-4D46-9A6E-2BE514C501C1}" sibTransId="{E189B592-1F81-44E7-B47F-E1578E5C0D66}"/>
    <dgm:cxn modelId="{DEC95CB3-D37A-42E6-AC0C-303F4F46B98B}" type="presOf" srcId="{BE175FE2-498E-448A-B4A7-2283839D76F4}" destId="{0CB0AA78-D63F-4F3A-AFA6-EAE5E0314406}" srcOrd="0" destOrd="0" presId="urn:microsoft.com/office/officeart/2011/layout/HexagonRadial"/>
    <dgm:cxn modelId="{CCB88BBB-D2D2-4EE7-BA30-391C3EBAD68C}" srcId="{602F0427-6797-43C7-9CFF-39FE5CFA72D9}" destId="{D06E1645-DE76-4E65-BB3C-46F3BAC5AF75}" srcOrd="3" destOrd="0" parTransId="{BE94E7EA-F143-44A5-B81A-3464EC870185}" sibTransId="{5927F88E-3CFB-42A1-B344-5AA79A4C293A}"/>
    <dgm:cxn modelId="{81F62DBD-B899-4930-B398-F865E8B6888B}" srcId="{602F0427-6797-43C7-9CFF-39FE5CFA72D9}" destId="{E9121F76-5EF8-4413-AF26-8697B1A9AA5A}" srcOrd="2" destOrd="0" parTransId="{8C532E8D-69F8-4B70-A921-97FB40C76A2F}" sibTransId="{CCB91678-A106-4A6C-87D2-2D693F9505DB}"/>
    <dgm:cxn modelId="{4AAAA9D4-B283-42CC-9623-26DAF7CFD723}" type="presOf" srcId="{1563DCD7-CC83-4FCC-986E-EF0D88F8C8C9}" destId="{9699140C-2F89-460C-BE44-85A64DE59F52}" srcOrd="0" destOrd="0" presId="urn:microsoft.com/office/officeart/2011/layout/HexagonRadial"/>
    <dgm:cxn modelId="{F538A5E3-09EB-4D0B-B319-7AD4679BA0B9}" type="presOf" srcId="{E6B28B6F-C093-4492-834A-5B67CB2968D9}" destId="{C5A425D9-4151-4A77-AD71-BFDEBC1E8358}" srcOrd="0" destOrd="0" presId="urn:microsoft.com/office/officeart/2011/layout/HexagonRadial"/>
    <dgm:cxn modelId="{10130EE6-D901-4362-9F7A-C6893441B7E9}" type="presOf" srcId="{3208F64C-0EEF-4D44-B6E6-BFE6459F5DDE}" destId="{67D15FC6-E047-48C3-847F-243D66AC66A9}" srcOrd="0" destOrd="0" presId="urn:microsoft.com/office/officeart/2011/layout/HexagonRadial"/>
    <dgm:cxn modelId="{0C14DDF5-4ABD-41AD-BB04-C7589277FC11}" srcId="{3208F64C-0EEF-4D44-B6E6-BFE6459F5DDE}" destId="{602F0427-6797-43C7-9CFF-39FE5CFA72D9}" srcOrd="0" destOrd="0" parTransId="{936A183E-D86C-4E46-90C7-D408ED3AFE0C}" sibTransId="{9D912BBE-A4A4-4ECC-BB0A-28828FC6A443}"/>
    <dgm:cxn modelId="{CC623D90-E105-4648-9BD5-7122F61BFA61}" type="presParOf" srcId="{67D15FC6-E047-48C3-847F-243D66AC66A9}" destId="{F1D19A2F-77BC-4938-9885-093F435A8A47}" srcOrd="0" destOrd="0" presId="urn:microsoft.com/office/officeart/2011/layout/HexagonRadial"/>
    <dgm:cxn modelId="{CE2C9365-E8D9-4FCB-AA71-7D2772F9A388}" type="presParOf" srcId="{67D15FC6-E047-48C3-847F-243D66AC66A9}" destId="{D6EA40F1-8F1D-497B-935A-7440D7458290}" srcOrd="1" destOrd="0" presId="urn:microsoft.com/office/officeart/2011/layout/HexagonRadial"/>
    <dgm:cxn modelId="{A4DCEEFD-8FB7-4C00-B8A9-D7B3F2F2C9BF}" type="presParOf" srcId="{D6EA40F1-8F1D-497B-935A-7440D7458290}" destId="{595D05E8-0147-4426-84F2-CAF286F94084}" srcOrd="0" destOrd="0" presId="urn:microsoft.com/office/officeart/2011/layout/HexagonRadial"/>
    <dgm:cxn modelId="{78894057-7334-43AA-846B-411D0DBC3668}" type="presParOf" srcId="{67D15FC6-E047-48C3-847F-243D66AC66A9}" destId="{0CB0AA78-D63F-4F3A-AFA6-EAE5E0314406}" srcOrd="2" destOrd="0" presId="urn:microsoft.com/office/officeart/2011/layout/HexagonRadial"/>
    <dgm:cxn modelId="{5A590799-2041-45C1-A02F-27236B82E88F}" type="presParOf" srcId="{67D15FC6-E047-48C3-847F-243D66AC66A9}" destId="{588526E8-04B5-4B80-AA9B-0D229A69CB08}" srcOrd="3" destOrd="0" presId="urn:microsoft.com/office/officeart/2011/layout/HexagonRadial"/>
    <dgm:cxn modelId="{57DA7FC2-3729-4E4B-8659-43B4E8875CDA}" type="presParOf" srcId="{588526E8-04B5-4B80-AA9B-0D229A69CB08}" destId="{16108406-D824-48AA-986F-F20B13B82A81}" srcOrd="0" destOrd="0" presId="urn:microsoft.com/office/officeart/2011/layout/HexagonRadial"/>
    <dgm:cxn modelId="{044FEC93-D461-49D5-94B8-EEB96C0D6014}" type="presParOf" srcId="{67D15FC6-E047-48C3-847F-243D66AC66A9}" destId="{9699140C-2F89-460C-BE44-85A64DE59F52}" srcOrd="4" destOrd="0" presId="urn:microsoft.com/office/officeart/2011/layout/HexagonRadial"/>
    <dgm:cxn modelId="{01C43576-FFEF-46BE-974D-5CBA463C22D1}" type="presParOf" srcId="{67D15FC6-E047-48C3-847F-243D66AC66A9}" destId="{B9739F21-4DE0-44C7-A0C1-2C212BC562EA}" srcOrd="5" destOrd="0" presId="urn:microsoft.com/office/officeart/2011/layout/HexagonRadial"/>
    <dgm:cxn modelId="{DF47B44C-D960-4689-8500-79FC13815C82}" type="presParOf" srcId="{B9739F21-4DE0-44C7-A0C1-2C212BC562EA}" destId="{322F9847-0308-445A-A02E-9697140899BE}" srcOrd="0" destOrd="0" presId="urn:microsoft.com/office/officeart/2011/layout/HexagonRadial"/>
    <dgm:cxn modelId="{992E85C7-6CFF-4810-9D0B-449855C9FFC3}" type="presParOf" srcId="{67D15FC6-E047-48C3-847F-243D66AC66A9}" destId="{55AB8E64-BB27-433B-A701-D00D0ADFE0F2}" srcOrd="6" destOrd="0" presId="urn:microsoft.com/office/officeart/2011/layout/HexagonRadial"/>
    <dgm:cxn modelId="{803545BC-FDB9-47AC-86F5-101BFDDCCAC4}" type="presParOf" srcId="{67D15FC6-E047-48C3-847F-243D66AC66A9}" destId="{FE031180-106C-462C-846E-00FB37085631}" srcOrd="7" destOrd="0" presId="urn:microsoft.com/office/officeart/2011/layout/HexagonRadial"/>
    <dgm:cxn modelId="{03504B4D-02BB-4A3A-BEEA-C59BC5A476C0}" type="presParOf" srcId="{FE031180-106C-462C-846E-00FB37085631}" destId="{76DF7524-118F-4A3C-8039-C7730AC993D2}" srcOrd="0" destOrd="0" presId="urn:microsoft.com/office/officeart/2011/layout/HexagonRadial"/>
    <dgm:cxn modelId="{6BED9F9B-0CD9-4647-8CB4-61F7D1DFA8D7}" type="presParOf" srcId="{67D15FC6-E047-48C3-847F-243D66AC66A9}" destId="{D57699A4-5871-457E-B5AC-85BE314A9854}" srcOrd="8" destOrd="0" presId="urn:microsoft.com/office/officeart/2011/layout/HexagonRadial"/>
    <dgm:cxn modelId="{35341C55-6CF0-48FF-8A00-6ED472B85D98}" type="presParOf" srcId="{67D15FC6-E047-48C3-847F-243D66AC66A9}" destId="{5A3A4720-2C82-4FE8-8A1B-0239B901DA21}" srcOrd="9" destOrd="0" presId="urn:microsoft.com/office/officeart/2011/layout/HexagonRadial"/>
    <dgm:cxn modelId="{342F0B4D-CB23-4C8F-9E52-BA9CDAE31D1E}" type="presParOf" srcId="{5A3A4720-2C82-4FE8-8A1B-0239B901DA21}" destId="{6A5105C0-DF27-4B27-8885-6430EAC6309F}" srcOrd="0" destOrd="0" presId="urn:microsoft.com/office/officeart/2011/layout/HexagonRadial"/>
    <dgm:cxn modelId="{A560CD4C-6750-4686-AB68-EA322E49E259}" type="presParOf" srcId="{67D15FC6-E047-48C3-847F-243D66AC66A9}" destId="{EDC1BEF1-AC06-4D76-AA94-62F6EB75537B}" srcOrd="10" destOrd="0" presId="urn:microsoft.com/office/officeart/2011/layout/HexagonRadial"/>
    <dgm:cxn modelId="{4E44BC01-AF6B-458D-BD3F-1F9FEAAA8242}" type="presParOf" srcId="{67D15FC6-E047-48C3-847F-243D66AC66A9}" destId="{0D077B03-4238-4515-BAC2-1FD4B5D76EA1}" srcOrd="11" destOrd="0" presId="urn:microsoft.com/office/officeart/2011/layout/HexagonRadial"/>
    <dgm:cxn modelId="{5CAFD3F7-9D6D-4DDD-95F3-1B3C7EE1D321}" type="presParOf" srcId="{0D077B03-4238-4515-BAC2-1FD4B5D76EA1}" destId="{49B31C55-29E4-4F65-B048-7407A37441AB}" srcOrd="0" destOrd="0" presId="urn:microsoft.com/office/officeart/2011/layout/HexagonRadial"/>
    <dgm:cxn modelId="{71C6330F-7900-413B-8F3E-4C852976D96E}" type="presParOf" srcId="{67D15FC6-E047-48C3-847F-243D66AC66A9}" destId="{C5A425D9-4151-4A77-AD71-BFDEBC1E8358}" srcOrd="12" destOrd="0" presId="urn:microsoft.com/office/officeart/2011/layout/HexagonRadial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5359AC54-C077-4F20-8BA0-07AB60BBCF7B}" type="doc">
      <dgm:prSet loTypeId="urn:microsoft.com/office/officeart/2005/8/layout/hierarchy2" loCatId="hierarchy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60E0BFDE-8E4F-4DF7-83FA-750D549853C2}">
      <dgm:prSet phldrT="[Text]" phldr="0"/>
      <dgm:spPr/>
      <dgm:t>
        <a:bodyPr/>
        <a:lstStyle/>
        <a:p>
          <a:r>
            <a:rPr lang="en-US" dirty="0"/>
            <a:t>SAS</a:t>
          </a:r>
        </a:p>
      </dgm:t>
    </dgm:pt>
    <dgm:pt modelId="{EF36957E-8A17-4887-87CE-84AC487564B9}" type="parTrans" cxnId="{91DFE5B3-51F3-4761-9B8B-62F3AA2985CE}">
      <dgm:prSet/>
      <dgm:spPr/>
      <dgm:t>
        <a:bodyPr/>
        <a:lstStyle/>
        <a:p>
          <a:endParaRPr lang="en-US"/>
        </a:p>
      </dgm:t>
    </dgm:pt>
    <dgm:pt modelId="{BFBD4E85-2458-48C5-AE18-7BC7F112227B}" type="sibTrans" cxnId="{91DFE5B3-51F3-4761-9B8B-62F3AA2985CE}">
      <dgm:prSet/>
      <dgm:spPr/>
      <dgm:t>
        <a:bodyPr/>
        <a:lstStyle/>
        <a:p>
          <a:endParaRPr lang="en-US"/>
        </a:p>
      </dgm:t>
    </dgm:pt>
    <dgm:pt modelId="{D4246179-824B-4DC4-8A7C-A9F0CBFC8832}">
      <dgm:prSet phldrT="[Text]" phldr="0"/>
      <dgm:spPr/>
      <dgm:t>
        <a:bodyPr/>
        <a:lstStyle/>
        <a:p>
          <a:r>
            <a:rPr lang="en-US" dirty="0"/>
            <a:t>R</a:t>
          </a:r>
        </a:p>
      </dgm:t>
    </dgm:pt>
    <dgm:pt modelId="{718EF08F-174C-4039-AF76-97E96AB6E283}" type="parTrans" cxnId="{DB601E40-8480-4C5B-9BE0-3B28655872F6}">
      <dgm:prSet/>
      <dgm:spPr/>
      <dgm:t>
        <a:bodyPr/>
        <a:lstStyle/>
        <a:p>
          <a:endParaRPr lang="en-US"/>
        </a:p>
      </dgm:t>
    </dgm:pt>
    <dgm:pt modelId="{61434210-8BBC-4A3A-9310-D6F3F3232608}" type="sibTrans" cxnId="{DB601E40-8480-4C5B-9BE0-3B28655872F6}">
      <dgm:prSet/>
      <dgm:spPr/>
      <dgm:t>
        <a:bodyPr/>
        <a:lstStyle/>
        <a:p>
          <a:endParaRPr lang="en-US"/>
        </a:p>
      </dgm:t>
    </dgm:pt>
    <dgm:pt modelId="{1CF01D51-7744-46DE-AD1E-B33E5AC5DDC4}">
      <dgm:prSet phldrT="[Text]" phldr="0"/>
      <dgm:spPr/>
      <dgm:t>
        <a:bodyPr/>
        <a:lstStyle/>
        <a:p>
          <a:r>
            <a:rPr lang="en-US" dirty="0"/>
            <a:t>Python</a:t>
          </a:r>
        </a:p>
      </dgm:t>
    </dgm:pt>
    <dgm:pt modelId="{3A65EA20-1F98-4FD6-8585-E24364C35285}" type="parTrans" cxnId="{2E51398D-BC6E-4C98-8FF7-D477CAE0EFF5}">
      <dgm:prSet/>
      <dgm:spPr/>
      <dgm:t>
        <a:bodyPr/>
        <a:lstStyle/>
        <a:p>
          <a:endParaRPr lang="en-US"/>
        </a:p>
      </dgm:t>
    </dgm:pt>
    <dgm:pt modelId="{DBF77947-0AA8-4B91-8234-0C0DAEEB42E4}" type="sibTrans" cxnId="{2E51398D-BC6E-4C98-8FF7-D477CAE0EFF5}">
      <dgm:prSet/>
      <dgm:spPr/>
      <dgm:t>
        <a:bodyPr/>
        <a:lstStyle/>
        <a:p>
          <a:endParaRPr lang="en-US"/>
        </a:p>
      </dgm:t>
    </dgm:pt>
    <dgm:pt modelId="{5F8EA75F-EC62-4E91-976A-A02045F4C260}" type="pres">
      <dgm:prSet presAssocID="{5359AC54-C077-4F20-8BA0-07AB60BBCF7B}" presName="diagram" presStyleCnt="0">
        <dgm:presLayoutVars>
          <dgm:chPref val="1"/>
          <dgm:dir/>
          <dgm:animOne val="branch"/>
          <dgm:animLvl val="lvl"/>
          <dgm:resizeHandles val="exact"/>
        </dgm:presLayoutVars>
      </dgm:prSet>
      <dgm:spPr/>
    </dgm:pt>
    <dgm:pt modelId="{D73C5EAD-FE13-4464-A023-A579E7527B0D}" type="pres">
      <dgm:prSet presAssocID="{60E0BFDE-8E4F-4DF7-83FA-750D549853C2}" presName="root1" presStyleCnt="0"/>
      <dgm:spPr/>
    </dgm:pt>
    <dgm:pt modelId="{3BCAB6E7-3C8B-4AD1-96A7-E15ED4DC1AB0}" type="pres">
      <dgm:prSet presAssocID="{60E0BFDE-8E4F-4DF7-83FA-750D549853C2}" presName="LevelOneTextNode" presStyleLbl="node0" presStyleIdx="0" presStyleCnt="1">
        <dgm:presLayoutVars>
          <dgm:chPref val="3"/>
        </dgm:presLayoutVars>
      </dgm:prSet>
      <dgm:spPr/>
    </dgm:pt>
    <dgm:pt modelId="{8F740A56-505D-4FF6-95FF-91ABBA25BC9B}" type="pres">
      <dgm:prSet presAssocID="{60E0BFDE-8E4F-4DF7-83FA-750D549853C2}" presName="level2hierChild" presStyleCnt="0"/>
      <dgm:spPr/>
    </dgm:pt>
    <dgm:pt modelId="{02DBC75F-EC9B-4A1C-B9DE-6892275ED7C8}" type="pres">
      <dgm:prSet presAssocID="{718EF08F-174C-4039-AF76-97E96AB6E283}" presName="conn2-1" presStyleLbl="parChTrans1D2" presStyleIdx="0" presStyleCnt="2"/>
      <dgm:spPr/>
    </dgm:pt>
    <dgm:pt modelId="{6DE6DF5F-FDFB-498F-9C05-7C9C22DA9A5D}" type="pres">
      <dgm:prSet presAssocID="{718EF08F-174C-4039-AF76-97E96AB6E283}" presName="connTx" presStyleLbl="parChTrans1D2" presStyleIdx="0" presStyleCnt="2"/>
      <dgm:spPr/>
    </dgm:pt>
    <dgm:pt modelId="{9F18E91C-831F-40F9-B9F3-7913006B6543}" type="pres">
      <dgm:prSet presAssocID="{D4246179-824B-4DC4-8A7C-A9F0CBFC8832}" presName="root2" presStyleCnt="0"/>
      <dgm:spPr/>
    </dgm:pt>
    <dgm:pt modelId="{856966A0-B3E8-4AAF-BADE-F7D74F234487}" type="pres">
      <dgm:prSet presAssocID="{D4246179-824B-4DC4-8A7C-A9F0CBFC8832}" presName="LevelTwoTextNode" presStyleLbl="node2" presStyleIdx="0" presStyleCnt="2">
        <dgm:presLayoutVars>
          <dgm:chPref val="3"/>
        </dgm:presLayoutVars>
      </dgm:prSet>
      <dgm:spPr/>
    </dgm:pt>
    <dgm:pt modelId="{AB728882-FE2A-4955-B847-56733D23CD26}" type="pres">
      <dgm:prSet presAssocID="{D4246179-824B-4DC4-8A7C-A9F0CBFC8832}" presName="level3hierChild" presStyleCnt="0"/>
      <dgm:spPr/>
    </dgm:pt>
    <dgm:pt modelId="{33F576D8-77B8-46AC-942C-78072A82BCB5}" type="pres">
      <dgm:prSet presAssocID="{3A65EA20-1F98-4FD6-8585-E24364C35285}" presName="conn2-1" presStyleLbl="parChTrans1D2" presStyleIdx="1" presStyleCnt="2"/>
      <dgm:spPr/>
    </dgm:pt>
    <dgm:pt modelId="{F7BD3A8E-4790-415D-B029-B7D0C221DAFD}" type="pres">
      <dgm:prSet presAssocID="{3A65EA20-1F98-4FD6-8585-E24364C35285}" presName="connTx" presStyleLbl="parChTrans1D2" presStyleIdx="1" presStyleCnt="2"/>
      <dgm:spPr/>
    </dgm:pt>
    <dgm:pt modelId="{BCA482E7-D9A8-49E1-89DC-71594284EC62}" type="pres">
      <dgm:prSet presAssocID="{1CF01D51-7744-46DE-AD1E-B33E5AC5DDC4}" presName="root2" presStyleCnt="0"/>
      <dgm:spPr/>
    </dgm:pt>
    <dgm:pt modelId="{53CBCBE4-8058-4DC4-8A24-70C23610BF67}" type="pres">
      <dgm:prSet presAssocID="{1CF01D51-7744-46DE-AD1E-B33E5AC5DDC4}" presName="LevelTwoTextNode" presStyleLbl="node2" presStyleIdx="1" presStyleCnt="2">
        <dgm:presLayoutVars>
          <dgm:chPref val="3"/>
        </dgm:presLayoutVars>
      </dgm:prSet>
      <dgm:spPr/>
    </dgm:pt>
    <dgm:pt modelId="{5F9F091C-84EE-44AA-8328-BF021BF379AF}" type="pres">
      <dgm:prSet presAssocID="{1CF01D51-7744-46DE-AD1E-B33E5AC5DDC4}" presName="level3hierChild" presStyleCnt="0"/>
      <dgm:spPr/>
    </dgm:pt>
  </dgm:ptLst>
  <dgm:cxnLst>
    <dgm:cxn modelId="{04571B10-68D9-4BB6-96D5-AA470C9449DE}" type="presOf" srcId="{3A65EA20-1F98-4FD6-8585-E24364C35285}" destId="{F7BD3A8E-4790-415D-B029-B7D0C221DAFD}" srcOrd="1" destOrd="0" presId="urn:microsoft.com/office/officeart/2005/8/layout/hierarchy2"/>
    <dgm:cxn modelId="{DB601E40-8480-4C5B-9BE0-3B28655872F6}" srcId="{60E0BFDE-8E4F-4DF7-83FA-750D549853C2}" destId="{D4246179-824B-4DC4-8A7C-A9F0CBFC8832}" srcOrd="0" destOrd="0" parTransId="{718EF08F-174C-4039-AF76-97E96AB6E283}" sibTransId="{61434210-8BBC-4A3A-9310-D6F3F3232608}"/>
    <dgm:cxn modelId="{17E03A5B-533B-4814-B969-04292DA179A6}" type="presOf" srcId="{D4246179-824B-4DC4-8A7C-A9F0CBFC8832}" destId="{856966A0-B3E8-4AAF-BADE-F7D74F234487}" srcOrd="0" destOrd="0" presId="urn:microsoft.com/office/officeart/2005/8/layout/hierarchy2"/>
    <dgm:cxn modelId="{B6BB5A62-96D3-447F-88FC-FB78A62B455D}" type="presOf" srcId="{60E0BFDE-8E4F-4DF7-83FA-750D549853C2}" destId="{3BCAB6E7-3C8B-4AD1-96A7-E15ED4DC1AB0}" srcOrd="0" destOrd="0" presId="urn:microsoft.com/office/officeart/2005/8/layout/hierarchy2"/>
    <dgm:cxn modelId="{AB8C5E4A-0783-41D3-9A46-A2BBA46A9105}" type="presOf" srcId="{3A65EA20-1F98-4FD6-8585-E24364C35285}" destId="{33F576D8-77B8-46AC-942C-78072A82BCB5}" srcOrd="0" destOrd="0" presId="urn:microsoft.com/office/officeart/2005/8/layout/hierarchy2"/>
    <dgm:cxn modelId="{82A71850-2D32-497D-B19B-A812D4432542}" type="presOf" srcId="{5359AC54-C077-4F20-8BA0-07AB60BBCF7B}" destId="{5F8EA75F-EC62-4E91-976A-A02045F4C260}" srcOrd="0" destOrd="0" presId="urn:microsoft.com/office/officeart/2005/8/layout/hierarchy2"/>
    <dgm:cxn modelId="{2E51398D-BC6E-4C98-8FF7-D477CAE0EFF5}" srcId="{60E0BFDE-8E4F-4DF7-83FA-750D549853C2}" destId="{1CF01D51-7744-46DE-AD1E-B33E5AC5DDC4}" srcOrd="1" destOrd="0" parTransId="{3A65EA20-1F98-4FD6-8585-E24364C35285}" sibTransId="{DBF77947-0AA8-4B91-8234-0C0DAEEB42E4}"/>
    <dgm:cxn modelId="{D0BC3C90-5F64-43CC-B7F7-18231C607F08}" type="presOf" srcId="{718EF08F-174C-4039-AF76-97E96AB6E283}" destId="{6DE6DF5F-FDFB-498F-9C05-7C9C22DA9A5D}" srcOrd="1" destOrd="0" presId="urn:microsoft.com/office/officeart/2005/8/layout/hierarchy2"/>
    <dgm:cxn modelId="{315BD194-E9EE-4440-A843-4867B7033A4E}" type="presOf" srcId="{1CF01D51-7744-46DE-AD1E-B33E5AC5DDC4}" destId="{53CBCBE4-8058-4DC4-8A24-70C23610BF67}" srcOrd="0" destOrd="0" presId="urn:microsoft.com/office/officeart/2005/8/layout/hierarchy2"/>
    <dgm:cxn modelId="{91DFE5B3-51F3-4761-9B8B-62F3AA2985CE}" srcId="{5359AC54-C077-4F20-8BA0-07AB60BBCF7B}" destId="{60E0BFDE-8E4F-4DF7-83FA-750D549853C2}" srcOrd="0" destOrd="0" parTransId="{EF36957E-8A17-4887-87CE-84AC487564B9}" sibTransId="{BFBD4E85-2458-48C5-AE18-7BC7F112227B}"/>
    <dgm:cxn modelId="{5CFF4EC8-1AA8-4D6A-872B-03ED75B7F555}" type="presOf" srcId="{718EF08F-174C-4039-AF76-97E96AB6E283}" destId="{02DBC75F-EC9B-4A1C-B9DE-6892275ED7C8}" srcOrd="0" destOrd="0" presId="urn:microsoft.com/office/officeart/2005/8/layout/hierarchy2"/>
    <dgm:cxn modelId="{56C9358B-CDC9-4DFE-8D6A-263B45105A60}" type="presParOf" srcId="{5F8EA75F-EC62-4E91-976A-A02045F4C260}" destId="{D73C5EAD-FE13-4464-A023-A579E7527B0D}" srcOrd="0" destOrd="0" presId="urn:microsoft.com/office/officeart/2005/8/layout/hierarchy2"/>
    <dgm:cxn modelId="{14BD741F-E829-42F9-953F-256CC824BE9D}" type="presParOf" srcId="{D73C5EAD-FE13-4464-A023-A579E7527B0D}" destId="{3BCAB6E7-3C8B-4AD1-96A7-E15ED4DC1AB0}" srcOrd="0" destOrd="0" presId="urn:microsoft.com/office/officeart/2005/8/layout/hierarchy2"/>
    <dgm:cxn modelId="{796EECED-7F27-4827-977C-108FD0BA6AD4}" type="presParOf" srcId="{D73C5EAD-FE13-4464-A023-A579E7527B0D}" destId="{8F740A56-505D-4FF6-95FF-91ABBA25BC9B}" srcOrd="1" destOrd="0" presId="urn:microsoft.com/office/officeart/2005/8/layout/hierarchy2"/>
    <dgm:cxn modelId="{CFBC4AF2-5EDC-455C-A8C8-688A85DA759E}" type="presParOf" srcId="{8F740A56-505D-4FF6-95FF-91ABBA25BC9B}" destId="{02DBC75F-EC9B-4A1C-B9DE-6892275ED7C8}" srcOrd="0" destOrd="0" presId="urn:microsoft.com/office/officeart/2005/8/layout/hierarchy2"/>
    <dgm:cxn modelId="{53D4B1F4-2B7F-48DA-9A18-5A005FCA79FC}" type="presParOf" srcId="{02DBC75F-EC9B-4A1C-B9DE-6892275ED7C8}" destId="{6DE6DF5F-FDFB-498F-9C05-7C9C22DA9A5D}" srcOrd="0" destOrd="0" presId="urn:microsoft.com/office/officeart/2005/8/layout/hierarchy2"/>
    <dgm:cxn modelId="{2D8C66EE-332D-4623-8796-E8960A538CBB}" type="presParOf" srcId="{8F740A56-505D-4FF6-95FF-91ABBA25BC9B}" destId="{9F18E91C-831F-40F9-B9F3-7913006B6543}" srcOrd="1" destOrd="0" presId="urn:microsoft.com/office/officeart/2005/8/layout/hierarchy2"/>
    <dgm:cxn modelId="{B4227B17-8320-4432-9142-1745612424D0}" type="presParOf" srcId="{9F18E91C-831F-40F9-B9F3-7913006B6543}" destId="{856966A0-B3E8-4AAF-BADE-F7D74F234487}" srcOrd="0" destOrd="0" presId="urn:microsoft.com/office/officeart/2005/8/layout/hierarchy2"/>
    <dgm:cxn modelId="{FCC0CA6D-68BF-4F6F-80A2-3D11C3A289D0}" type="presParOf" srcId="{9F18E91C-831F-40F9-B9F3-7913006B6543}" destId="{AB728882-FE2A-4955-B847-56733D23CD26}" srcOrd="1" destOrd="0" presId="urn:microsoft.com/office/officeart/2005/8/layout/hierarchy2"/>
    <dgm:cxn modelId="{9CCCB899-CC44-4597-A53D-1D29CF5C85DC}" type="presParOf" srcId="{8F740A56-505D-4FF6-95FF-91ABBA25BC9B}" destId="{33F576D8-77B8-46AC-942C-78072A82BCB5}" srcOrd="2" destOrd="0" presId="urn:microsoft.com/office/officeart/2005/8/layout/hierarchy2"/>
    <dgm:cxn modelId="{B23C7F87-237F-4A7B-AA45-C720AFF78FB2}" type="presParOf" srcId="{33F576D8-77B8-46AC-942C-78072A82BCB5}" destId="{F7BD3A8E-4790-415D-B029-B7D0C221DAFD}" srcOrd="0" destOrd="0" presId="urn:microsoft.com/office/officeart/2005/8/layout/hierarchy2"/>
    <dgm:cxn modelId="{6C3486A3-CDF1-4C8B-A2BB-8C5363E541E7}" type="presParOf" srcId="{8F740A56-505D-4FF6-95FF-91ABBA25BC9B}" destId="{BCA482E7-D9A8-49E1-89DC-71594284EC62}" srcOrd="3" destOrd="0" presId="urn:microsoft.com/office/officeart/2005/8/layout/hierarchy2"/>
    <dgm:cxn modelId="{23F180CE-BF89-4BDF-8E1D-A377C434AE68}" type="presParOf" srcId="{BCA482E7-D9A8-49E1-89DC-71594284EC62}" destId="{53CBCBE4-8058-4DC4-8A24-70C23610BF67}" srcOrd="0" destOrd="0" presId="urn:microsoft.com/office/officeart/2005/8/layout/hierarchy2"/>
    <dgm:cxn modelId="{24245EDC-3596-4269-8FC2-819AB357161A}" type="presParOf" srcId="{BCA482E7-D9A8-49E1-89DC-71594284EC62}" destId="{5F9F091C-84EE-44AA-8328-BF021BF379AF}" srcOrd="1" destOrd="0" presId="urn:microsoft.com/office/officeart/2005/8/layout/hierarchy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5359AC54-C077-4F20-8BA0-07AB60BBCF7B}" type="doc">
      <dgm:prSet loTypeId="urn:microsoft.com/office/officeart/2005/8/layout/hierarchy2" loCatId="hierarchy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60E0BFDE-8E4F-4DF7-83FA-750D549853C2}">
      <dgm:prSet phldrT="[Text]" phldr="0"/>
      <dgm:spPr/>
      <dgm:t>
        <a:bodyPr/>
        <a:lstStyle/>
        <a:p>
          <a:r>
            <a:rPr lang="en-US" dirty="0"/>
            <a:t>C</a:t>
          </a:r>
          <a:r>
            <a:rPr lang="en-US" altLang="zh-CN" dirty="0"/>
            <a:t>ash Flow</a:t>
          </a:r>
          <a:endParaRPr lang="en-US" dirty="0"/>
        </a:p>
      </dgm:t>
    </dgm:pt>
    <dgm:pt modelId="{EF36957E-8A17-4887-87CE-84AC487564B9}" type="parTrans" cxnId="{91DFE5B3-51F3-4761-9B8B-62F3AA2985CE}">
      <dgm:prSet/>
      <dgm:spPr/>
      <dgm:t>
        <a:bodyPr/>
        <a:lstStyle/>
        <a:p>
          <a:endParaRPr lang="en-US"/>
        </a:p>
      </dgm:t>
    </dgm:pt>
    <dgm:pt modelId="{BFBD4E85-2458-48C5-AE18-7BC7F112227B}" type="sibTrans" cxnId="{91DFE5B3-51F3-4761-9B8B-62F3AA2985CE}">
      <dgm:prSet/>
      <dgm:spPr/>
      <dgm:t>
        <a:bodyPr/>
        <a:lstStyle/>
        <a:p>
          <a:endParaRPr lang="en-US"/>
        </a:p>
      </dgm:t>
    </dgm:pt>
    <dgm:pt modelId="{D4246179-824B-4DC4-8A7C-A9F0CBFC8832}">
      <dgm:prSet phldrT="[Text]" phldr="0" custT="1"/>
      <dgm:spPr>
        <a:solidFill>
          <a:schemeClr val="accent2">
            <a:lumMod val="60000"/>
            <a:lumOff val="40000"/>
          </a:schemeClr>
        </a:solidFill>
      </dgm:spPr>
      <dgm:t>
        <a:bodyPr/>
        <a:lstStyle/>
        <a:p>
          <a:r>
            <a:rPr lang="en-US" altLang="zh-CN" sz="1600" dirty="0"/>
            <a:t>Loss severity</a:t>
          </a:r>
          <a:endParaRPr lang="en-US" sz="1600" dirty="0"/>
        </a:p>
      </dgm:t>
    </dgm:pt>
    <dgm:pt modelId="{718EF08F-174C-4039-AF76-97E96AB6E283}" type="parTrans" cxnId="{DB601E40-8480-4C5B-9BE0-3B28655872F6}">
      <dgm:prSet/>
      <dgm:spPr/>
      <dgm:t>
        <a:bodyPr/>
        <a:lstStyle/>
        <a:p>
          <a:endParaRPr lang="en-US"/>
        </a:p>
      </dgm:t>
    </dgm:pt>
    <dgm:pt modelId="{61434210-8BBC-4A3A-9310-D6F3F3232608}" type="sibTrans" cxnId="{DB601E40-8480-4C5B-9BE0-3B28655872F6}">
      <dgm:prSet/>
      <dgm:spPr/>
      <dgm:t>
        <a:bodyPr/>
        <a:lstStyle/>
        <a:p>
          <a:endParaRPr lang="en-US"/>
        </a:p>
      </dgm:t>
    </dgm:pt>
    <dgm:pt modelId="{1CF01D51-7744-46DE-AD1E-B33E5AC5DDC4}">
      <dgm:prSet phldrT="[Text]" phldr="0" custT="1"/>
      <dgm:spPr>
        <a:solidFill>
          <a:schemeClr val="accent2">
            <a:lumMod val="60000"/>
            <a:lumOff val="40000"/>
          </a:schemeClr>
        </a:solidFill>
      </dgm:spPr>
      <dgm:t>
        <a:bodyPr/>
        <a:lstStyle/>
        <a:p>
          <a:r>
            <a:rPr lang="en-US" sz="1600" dirty="0"/>
            <a:t>Default Type</a:t>
          </a:r>
        </a:p>
      </dgm:t>
    </dgm:pt>
    <dgm:pt modelId="{3A65EA20-1F98-4FD6-8585-E24364C35285}" type="parTrans" cxnId="{2E51398D-BC6E-4C98-8FF7-D477CAE0EFF5}">
      <dgm:prSet/>
      <dgm:spPr/>
      <dgm:t>
        <a:bodyPr/>
        <a:lstStyle/>
        <a:p>
          <a:endParaRPr lang="en-US"/>
        </a:p>
      </dgm:t>
    </dgm:pt>
    <dgm:pt modelId="{DBF77947-0AA8-4B91-8234-0C0DAEEB42E4}" type="sibTrans" cxnId="{2E51398D-BC6E-4C98-8FF7-D477CAE0EFF5}">
      <dgm:prSet/>
      <dgm:spPr/>
      <dgm:t>
        <a:bodyPr/>
        <a:lstStyle/>
        <a:p>
          <a:endParaRPr lang="en-US"/>
        </a:p>
      </dgm:t>
    </dgm:pt>
    <dgm:pt modelId="{49A949D1-D7FF-4AF7-8CE4-1729E1E1167E}">
      <dgm:prSet phldrT="[Text]" phldr="0" custT="1"/>
      <dgm:spPr>
        <a:solidFill>
          <a:schemeClr val="accent2">
            <a:lumMod val="60000"/>
            <a:lumOff val="40000"/>
          </a:schemeClr>
        </a:solidFill>
      </dgm:spPr>
      <dgm:t>
        <a:bodyPr/>
        <a:lstStyle/>
        <a:p>
          <a:r>
            <a:rPr lang="en-US" sz="1600" dirty="0"/>
            <a:t>Mortgage Insurance</a:t>
          </a:r>
        </a:p>
      </dgm:t>
    </dgm:pt>
    <dgm:pt modelId="{002127E7-8AC5-4116-BD7C-7DEF0D826E4F}" type="parTrans" cxnId="{87031F8E-FC95-466D-B9EA-941F2E669A01}">
      <dgm:prSet/>
      <dgm:spPr/>
      <dgm:t>
        <a:bodyPr/>
        <a:lstStyle/>
        <a:p>
          <a:endParaRPr lang="en-US"/>
        </a:p>
      </dgm:t>
    </dgm:pt>
    <dgm:pt modelId="{9679669E-9375-4779-A050-BA88460E3603}" type="sibTrans" cxnId="{87031F8E-FC95-466D-B9EA-941F2E669A01}">
      <dgm:prSet/>
      <dgm:spPr/>
      <dgm:t>
        <a:bodyPr/>
        <a:lstStyle/>
        <a:p>
          <a:endParaRPr lang="en-US"/>
        </a:p>
      </dgm:t>
    </dgm:pt>
    <dgm:pt modelId="{5F8EA75F-EC62-4E91-976A-A02045F4C260}" type="pres">
      <dgm:prSet presAssocID="{5359AC54-C077-4F20-8BA0-07AB60BBCF7B}" presName="diagram" presStyleCnt="0">
        <dgm:presLayoutVars>
          <dgm:chPref val="1"/>
          <dgm:dir/>
          <dgm:animOne val="branch"/>
          <dgm:animLvl val="lvl"/>
          <dgm:resizeHandles val="exact"/>
        </dgm:presLayoutVars>
      </dgm:prSet>
      <dgm:spPr/>
    </dgm:pt>
    <dgm:pt modelId="{D73C5EAD-FE13-4464-A023-A579E7527B0D}" type="pres">
      <dgm:prSet presAssocID="{60E0BFDE-8E4F-4DF7-83FA-750D549853C2}" presName="root1" presStyleCnt="0"/>
      <dgm:spPr/>
    </dgm:pt>
    <dgm:pt modelId="{3BCAB6E7-3C8B-4AD1-96A7-E15ED4DC1AB0}" type="pres">
      <dgm:prSet presAssocID="{60E0BFDE-8E4F-4DF7-83FA-750D549853C2}" presName="LevelOneTextNode" presStyleLbl="node0" presStyleIdx="0" presStyleCnt="1" custLinFactNeighborX="-61894" custLinFactNeighborY="-3668">
        <dgm:presLayoutVars>
          <dgm:chPref val="3"/>
        </dgm:presLayoutVars>
      </dgm:prSet>
      <dgm:spPr/>
    </dgm:pt>
    <dgm:pt modelId="{8F740A56-505D-4FF6-95FF-91ABBA25BC9B}" type="pres">
      <dgm:prSet presAssocID="{60E0BFDE-8E4F-4DF7-83FA-750D549853C2}" presName="level2hierChild" presStyleCnt="0"/>
      <dgm:spPr/>
    </dgm:pt>
    <dgm:pt modelId="{02DBC75F-EC9B-4A1C-B9DE-6892275ED7C8}" type="pres">
      <dgm:prSet presAssocID="{718EF08F-174C-4039-AF76-97E96AB6E283}" presName="conn2-1" presStyleLbl="parChTrans1D2" presStyleIdx="0" presStyleCnt="3"/>
      <dgm:spPr/>
    </dgm:pt>
    <dgm:pt modelId="{6DE6DF5F-FDFB-498F-9C05-7C9C22DA9A5D}" type="pres">
      <dgm:prSet presAssocID="{718EF08F-174C-4039-AF76-97E96AB6E283}" presName="connTx" presStyleLbl="parChTrans1D2" presStyleIdx="0" presStyleCnt="3"/>
      <dgm:spPr/>
    </dgm:pt>
    <dgm:pt modelId="{9F18E91C-831F-40F9-B9F3-7913006B6543}" type="pres">
      <dgm:prSet presAssocID="{D4246179-824B-4DC4-8A7C-A9F0CBFC8832}" presName="root2" presStyleCnt="0"/>
      <dgm:spPr/>
    </dgm:pt>
    <dgm:pt modelId="{856966A0-B3E8-4AAF-BADE-F7D74F234487}" type="pres">
      <dgm:prSet presAssocID="{D4246179-824B-4DC4-8A7C-A9F0CBFC8832}" presName="LevelTwoTextNode" presStyleLbl="node2" presStyleIdx="0" presStyleCnt="3">
        <dgm:presLayoutVars>
          <dgm:chPref val="3"/>
        </dgm:presLayoutVars>
      </dgm:prSet>
      <dgm:spPr/>
    </dgm:pt>
    <dgm:pt modelId="{AB728882-FE2A-4955-B847-56733D23CD26}" type="pres">
      <dgm:prSet presAssocID="{D4246179-824B-4DC4-8A7C-A9F0CBFC8832}" presName="level3hierChild" presStyleCnt="0"/>
      <dgm:spPr/>
    </dgm:pt>
    <dgm:pt modelId="{33F576D8-77B8-46AC-942C-78072A82BCB5}" type="pres">
      <dgm:prSet presAssocID="{3A65EA20-1F98-4FD6-8585-E24364C35285}" presName="conn2-1" presStyleLbl="parChTrans1D2" presStyleIdx="1" presStyleCnt="3"/>
      <dgm:spPr/>
    </dgm:pt>
    <dgm:pt modelId="{F7BD3A8E-4790-415D-B029-B7D0C221DAFD}" type="pres">
      <dgm:prSet presAssocID="{3A65EA20-1F98-4FD6-8585-E24364C35285}" presName="connTx" presStyleLbl="parChTrans1D2" presStyleIdx="1" presStyleCnt="3"/>
      <dgm:spPr/>
    </dgm:pt>
    <dgm:pt modelId="{BCA482E7-D9A8-49E1-89DC-71594284EC62}" type="pres">
      <dgm:prSet presAssocID="{1CF01D51-7744-46DE-AD1E-B33E5AC5DDC4}" presName="root2" presStyleCnt="0"/>
      <dgm:spPr/>
    </dgm:pt>
    <dgm:pt modelId="{53CBCBE4-8058-4DC4-8A24-70C23610BF67}" type="pres">
      <dgm:prSet presAssocID="{1CF01D51-7744-46DE-AD1E-B33E5AC5DDC4}" presName="LevelTwoTextNode" presStyleLbl="node2" presStyleIdx="1" presStyleCnt="3">
        <dgm:presLayoutVars>
          <dgm:chPref val="3"/>
        </dgm:presLayoutVars>
      </dgm:prSet>
      <dgm:spPr/>
    </dgm:pt>
    <dgm:pt modelId="{5F9F091C-84EE-44AA-8328-BF021BF379AF}" type="pres">
      <dgm:prSet presAssocID="{1CF01D51-7744-46DE-AD1E-B33E5AC5DDC4}" presName="level3hierChild" presStyleCnt="0"/>
      <dgm:spPr/>
    </dgm:pt>
    <dgm:pt modelId="{AD5DA7A3-BB8B-4ED2-ADB7-EBF9C8A7B90C}" type="pres">
      <dgm:prSet presAssocID="{002127E7-8AC5-4116-BD7C-7DEF0D826E4F}" presName="conn2-1" presStyleLbl="parChTrans1D2" presStyleIdx="2" presStyleCnt="3"/>
      <dgm:spPr/>
    </dgm:pt>
    <dgm:pt modelId="{5AA69DEC-3041-44FD-BEA9-03B93F901A88}" type="pres">
      <dgm:prSet presAssocID="{002127E7-8AC5-4116-BD7C-7DEF0D826E4F}" presName="connTx" presStyleLbl="parChTrans1D2" presStyleIdx="2" presStyleCnt="3"/>
      <dgm:spPr/>
    </dgm:pt>
    <dgm:pt modelId="{27086270-9615-462E-BCFB-2F76F1B17EFB}" type="pres">
      <dgm:prSet presAssocID="{49A949D1-D7FF-4AF7-8CE4-1729E1E1167E}" presName="root2" presStyleCnt="0"/>
      <dgm:spPr/>
    </dgm:pt>
    <dgm:pt modelId="{657F305A-03D9-4556-BA21-F3EBCB0C16D5}" type="pres">
      <dgm:prSet presAssocID="{49A949D1-D7FF-4AF7-8CE4-1729E1E1167E}" presName="LevelTwoTextNode" presStyleLbl="node2" presStyleIdx="2" presStyleCnt="3">
        <dgm:presLayoutVars>
          <dgm:chPref val="3"/>
        </dgm:presLayoutVars>
      </dgm:prSet>
      <dgm:spPr/>
    </dgm:pt>
    <dgm:pt modelId="{36A38DDD-B3AB-40B8-B04E-A5AD30836395}" type="pres">
      <dgm:prSet presAssocID="{49A949D1-D7FF-4AF7-8CE4-1729E1E1167E}" presName="level3hierChild" presStyleCnt="0"/>
      <dgm:spPr/>
    </dgm:pt>
  </dgm:ptLst>
  <dgm:cxnLst>
    <dgm:cxn modelId="{04571B10-68D9-4BB6-96D5-AA470C9449DE}" type="presOf" srcId="{3A65EA20-1F98-4FD6-8585-E24364C35285}" destId="{F7BD3A8E-4790-415D-B029-B7D0C221DAFD}" srcOrd="1" destOrd="0" presId="urn:microsoft.com/office/officeart/2005/8/layout/hierarchy2"/>
    <dgm:cxn modelId="{76A2422F-AF26-40A3-A77A-97D6907C82C3}" type="presOf" srcId="{002127E7-8AC5-4116-BD7C-7DEF0D826E4F}" destId="{5AA69DEC-3041-44FD-BEA9-03B93F901A88}" srcOrd="1" destOrd="0" presId="urn:microsoft.com/office/officeart/2005/8/layout/hierarchy2"/>
    <dgm:cxn modelId="{DB601E40-8480-4C5B-9BE0-3B28655872F6}" srcId="{60E0BFDE-8E4F-4DF7-83FA-750D549853C2}" destId="{D4246179-824B-4DC4-8A7C-A9F0CBFC8832}" srcOrd="0" destOrd="0" parTransId="{718EF08F-174C-4039-AF76-97E96AB6E283}" sibTransId="{61434210-8BBC-4A3A-9310-D6F3F3232608}"/>
    <dgm:cxn modelId="{17E03A5B-533B-4814-B969-04292DA179A6}" type="presOf" srcId="{D4246179-824B-4DC4-8A7C-A9F0CBFC8832}" destId="{856966A0-B3E8-4AAF-BADE-F7D74F234487}" srcOrd="0" destOrd="0" presId="urn:microsoft.com/office/officeart/2005/8/layout/hierarchy2"/>
    <dgm:cxn modelId="{B6BB5A62-96D3-447F-88FC-FB78A62B455D}" type="presOf" srcId="{60E0BFDE-8E4F-4DF7-83FA-750D549853C2}" destId="{3BCAB6E7-3C8B-4AD1-96A7-E15ED4DC1AB0}" srcOrd="0" destOrd="0" presId="urn:microsoft.com/office/officeart/2005/8/layout/hierarchy2"/>
    <dgm:cxn modelId="{AB8C5E4A-0783-41D3-9A46-A2BBA46A9105}" type="presOf" srcId="{3A65EA20-1F98-4FD6-8585-E24364C35285}" destId="{33F576D8-77B8-46AC-942C-78072A82BCB5}" srcOrd="0" destOrd="0" presId="urn:microsoft.com/office/officeart/2005/8/layout/hierarchy2"/>
    <dgm:cxn modelId="{82A71850-2D32-497D-B19B-A812D4432542}" type="presOf" srcId="{5359AC54-C077-4F20-8BA0-07AB60BBCF7B}" destId="{5F8EA75F-EC62-4E91-976A-A02045F4C260}" srcOrd="0" destOrd="0" presId="urn:microsoft.com/office/officeart/2005/8/layout/hierarchy2"/>
    <dgm:cxn modelId="{B2ED9775-4B92-4305-AF51-44A788B3B11D}" type="presOf" srcId="{49A949D1-D7FF-4AF7-8CE4-1729E1E1167E}" destId="{657F305A-03D9-4556-BA21-F3EBCB0C16D5}" srcOrd="0" destOrd="0" presId="urn:microsoft.com/office/officeart/2005/8/layout/hierarchy2"/>
    <dgm:cxn modelId="{2E51398D-BC6E-4C98-8FF7-D477CAE0EFF5}" srcId="{60E0BFDE-8E4F-4DF7-83FA-750D549853C2}" destId="{1CF01D51-7744-46DE-AD1E-B33E5AC5DDC4}" srcOrd="1" destOrd="0" parTransId="{3A65EA20-1F98-4FD6-8585-E24364C35285}" sibTransId="{DBF77947-0AA8-4B91-8234-0C0DAEEB42E4}"/>
    <dgm:cxn modelId="{87031F8E-FC95-466D-B9EA-941F2E669A01}" srcId="{60E0BFDE-8E4F-4DF7-83FA-750D549853C2}" destId="{49A949D1-D7FF-4AF7-8CE4-1729E1E1167E}" srcOrd="2" destOrd="0" parTransId="{002127E7-8AC5-4116-BD7C-7DEF0D826E4F}" sibTransId="{9679669E-9375-4779-A050-BA88460E3603}"/>
    <dgm:cxn modelId="{D0BC3C90-5F64-43CC-B7F7-18231C607F08}" type="presOf" srcId="{718EF08F-174C-4039-AF76-97E96AB6E283}" destId="{6DE6DF5F-FDFB-498F-9C05-7C9C22DA9A5D}" srcOrd="1" destOrd="0" presId="urn:microsoft.com/office/officeart/2005/8/layout/hierarchy2"/>
    <dgm:cxn modelId="{315BD194-E9EE-4440-A843-4867B7033A4E}" type="presOf" srcId="{1CF01D51-7744-46DE-AD1E-B33E5AC5DDC4}" destId="{53CBCBE4-8058-4DC4-8A24-70C23610BF67}" srcOrd="0" destOrd="0" presId="urn:microsoft.com/office/officeart/2005/8/layout/hierarchy2"/>
    <dgm:cxn modelId="{A5CD6C9D-7E45-4A87-BC0A-64E34CC87364}" type="presOf" srcId="{002127E7-8AC5-4116-BD7C-7DEF0D826E4F}" destId="{AD5DA7A3-BB8B-4ED2-ADB7-EBF9C8A7B90C}" srcOrd="0" destOrd="0" presId="urn:microsoft.com/office/officeart/2005/8/layout/hierarchy2"/>
    <dgm:cxn modelId="{91DFE5B3-51F3-4761-9B8B-62F3AA2985CE}" srcId="{5359AC54-C077-4F20-8BA0-07AB60BBCF7B}" destId="{60E0BFDE-8E4F-4DF7-83FA-750D549853C2}" srcOrd="0" destOrd="0" parTransId="{EF36957E-8A17-4887-87CE-84AC487564B9}" sibTransId="{BFBD4E85-2458-48C5-AE18-7BC7F112227B}"/>
    <dgm:cxn modelId="{5CFF4EC8-1AA8-4D6A-872B-03ED75B7F555}" type="presOf" srcId="{718EF08F-174C-4039-AF76-97E96AB6E283}" destId="{02DBC75F-EC9B-4A1C-B9DE-6892275ED7C8}" srcOrd="0" destOrd="0" presId="urn:microsoft.com/office/officeart/2005/8/layout/hierarchy2"/>
    <dgm:cxn modelId="{56C9358B-CDC9-4DFE-8D6A-263B45105A60}" type="presParOf" srcId="{5F8EA75F-EC62-4E91-976A-A02045F4C260}" destId="{D73C5EAD-FE13-4464-A023-A579E7527B0D}" srcOrd="0" destOrd="0" presId="urn:microsoft.com/office/officeart/2005/8/layout/hierarchy2"/>
    <dgm:cxn modelId="{14BD741F-E829-42F9-953F-256CC824BE9D}" type="presParOf" srcId="{D73C5EAD-FE13-4464-A023-A579E7527B0D}" destId="{3BCAB6E7-3C8B-4AD1-96A7-E15ED4DC1AB0}" srcOrd="0" destOrd="0" presId="urn:microsoft.com/office/officeart/2005/8/layout/hierarchy2"/>
    <dgm:cxn modelId="{796EECED-7F27-4827-977C-108FD0BA6AD4}" type="presParOf" srcId="{D73C5EAD-FE13-4464-A023-A579E7527B0D}" destId="{8F740A56-505D-4FF6-95FF-91ABBA25BC9B}" srcOrd="1" destOrd="0" presId="urn:microsoft.com/office/officeart/2005/8/layout/hierarchy2"/>
    <dgm:cxn modelId="{CFBC4AF2-5EDC-455C-A8C8-688A85DA759E}" type="presParOf" srcId="{8F740A56-505D-4FF6-95FF-91ABBA25BC9B}" destId="{02DBC75F-EC9B-4A1C-B9DE-6892275ED7C8}" srcOrd="0" destOrd="0" presId="urn:microsoft.com/office/officeart/2005/8/layout/hierarchy2"/>
    <dgm:cxn modelId="{53D4B1F4-2B7F-48DA-9A18-5A005FCA79FC}" type="presParOf" srcId="{02DBC75F-EC9B-4A1C-B9DE-6892275ED7C8}" destId="{6DE6DF5F-FDFB-498F-9C05-7C9C22DA9A5D}" srcOrd="0" destOrd="0" presId="urn:microsoft.com/office/officeart/2005/8/layout/hierarchy2"/>
    <dgm:cxn modelId="{2D8C66EE-332D-4623-8796-E8960A538CBB}" type="presParOf" srcId="{8F740A56-505D-4FF6-95FF-91ABBA25BC9B}" destId="{9F18E91C-831F-40F9-B9F3-7913006B6543}" srcOrd="1" destOrd="0" presId="urn:microsoft.com/office/officeart/2005/8/layout/hierarchy2"/>
    <dgm:cxn modelId="{B4227B17-8320-4432-9142-1745612424D0}" type="presParOf" srcId="{9F18E91C-831F-40F9-B9F3-7913006B6543}" destId="{856966A0-B3E8-4AAF-BADE-F7D74F234487}" srcOrd="0" destOrd="0" presId="urn:microsoft.com/office/officeart/2005/8/layout/hierarchy2"/>
    <dgm:cxn modelId="{FCC0CA6D-68BF-4F6F-80A2-3D11C3A289D0}" type="presParOf" srcId="{9F18E91C-831F-40F9-B9F3-7913006B6543}" destId="{AB728882-FE2A-4955-B847-56733D23CD26}" srcOrd="1" destOrd="0" presId="urn:microsoft.com/office/officeart/2005/8/layout/hierarchy2"/>
    <dgm:cxn modelId="{9CCCB899-CC44-4597-A53D-1D29CF5C85DC}" type="presParOf" srcId="{8F740A56-505D-4FF6-95FF-91ABBA25BC9B}" destId="{33F576D8-77B8-46AC-942C-78072A82BCB5}" srcOrd="2" destOrd="0" presId="urn:microsoft.com/office/officeart/2005/8/layout/hierarchy2"/>
    <dgm:cxn modelId="{B23C7F87-237F-4A7B-AA45-C720AFF78FB2}" type="presParOf" srcId="{33F576D8-77B8-46AC-942C-78072A82BCB5}" destId="{F7BD3A8E-4790-415D-B029-B7D0C221DAFD}" srcOrd="0" destOrd="0" presId="urn:microsoft.com/office/officeart/2005/8/layout/hierarchy2"/>
    <dgm:cxn modelId="{6C3486A3-CDF1-4C8B-A2BB-8C5363E541E7}" type="presParOf" srcId="{8F740A56-505D-4FF6-95FF-91ABBA25BC9B}" destId="{BCA482E7-D9A8-49E1-89DC-71594284EC62}" srcOrd="3" destOrd="0" presId="urn:microsoft.com/office/officeart/2005/8/layout/hierarchy2"/>
    <dgm:cxn modelId="{23F180CE-BF89-4BDF-8E1D-A377C434AE68}" type="presParOf" srcId="{BCA482E7-D9A8-49E1-89DC-71594284EC62}" destId="{53CBCBE4-8058-4DC4-8A24-70C23610BF67}" srcOrd="0" destOrd="0" presId="urn:microsoft.com/office/officeart/2005/8/layout/hierarchy2"/>
    <dgm:cxn modelId="{24245EDC-3596-4269-8FC2-819AB357161A}" type="presParOf" srcId="{BCA482E7-D9A8-49E1-89DC-71594284EC62}" destId="{5F9F091C-84EE-44AA-8328-BF021BF379AF}" srcOrd="1" destOrd="0" presId="urn:microsoft.com/office/officeart/2005/8/layout/hierarchy2"/>
    <dgm:cxn modelId="{0777CC96-36E5-4D0F-8233-54B9AF5B78FA}" type="presParOf" srcId="{8F740A56-505D-4FF6-95FF-91ABBA25BC9B}" destId="{AD5DA7A3-BB8B-4ED2-ADB7-EBF9C8A7B90C}" srcOrd="4" destOrd="0" presId="urn:microsoft.com/office/officeart/2005/8/layout/hierarchy2"/>
    <dgm:cxn modelId="{BC7148BC-021D-447E-A4CB-520463117AD3}" type="presParOf" srcId="{AD5DA7A3-BB8B-4ED2-ADB7-EBF9C8A7B90C}" destId="{5AA69DEC-3041-44FD-BEA9-03B93F901A88}" srcOrd="0" destOrd="0" presId="urn:microsoft.com/office/officeart/2005/8/layout/hierarchy2"/>
    <dgm:cxn modelId="{D2345CC5-9802-42A5-B3D4-5E9BA58D9977}" type="presParOf" srcId="{8F740A56-505D-4FF6-95FF-91ABBA25BC9B}" destId="{27086270-9615-462E-BCFB-2F76F1B17EFB}" srcOrd="5" destOrd="0" presId="urn:microsoft.com/office/officeart/2005/8/layout/hierarchy2"/>
    <dgm:cxn modelId="{4B2BD113-8E98-4E41-A9A3-653F93C93FED}" type="presParOf" srcId="{27086270-9615-462E-BCFB-2F76F1B17EFB}" destId="{657F305A-03D9-4556-BA21-F3EBCB0C16D5}" srcOrd="0" destOrd="0" presId="urn:microsoft.com/office/officeart/2005/8/layout/hierarchy2"/>
    <dgm:cxn modelId="{D0BF2F68-0323-4CE9-9742-C23B592967DA}" type="presParOf" srcId="{27086270-9615-462E-BCFB-2F76F1B17EFB}" destId="{36A38DDD-B3AB-40B8-B04E-A5AD30836395}" srcOrd="1" destOrd="0" presId="urn:microsoft.com/office/officeart/2005/8/layout/hierarchy2"/>
  </dgm:cxnLst>
  <dgm:bg/>
  <dgm:whole/>
  <dgm:extLst>
    <a:ext uri="http://schemas.microsoft.com/office/drawing/2008/diagram">
      <dsp:dataModelExt xmlns:dsp="http://schemas.microsoft.com/office/drawing/2008/diagram" relId="rId11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5359AC54-C077-4F20-8BA0-07AB60BBCF7B}" type="doc">
      <dgm:prSet loTypeId="urn:microsoft.com/office/officeart/2005/8/layout/hierarchy2" loCatId="hierarchy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60E0BFDE-8E4F-4DF7-83FA-750D549853C2}">
      <dgm:prSet phldrT="[Text]" phldr="0"/>
      <dgm:spPr/>
      <dgm:t>
        <a:bodyPr/>
        <a:lstStyle/>
        <a:p>
          <a:r>
            <a:rPr lang="en-US" dirty="0"/>
            <a:t>EMA</a:t>
          </a:r>
        </a:p>
      </dgm:t>
    </dgm:pt>
    <dgm:pt modelId="{EF36957E-8A17-4887-87CE-84AC487564B9}" type="parTrans" cxnId="{91DFE5B3-51F3-4761-9B8B-62F3AA2985CE}">
      <dgm:prSet/>
      <dgm:spPr/>
      <dgm:t>
        <a:bodyPr/>
        <a:lstStyle/>
        <a:p>
          <a:endParaRPr lang="en-US"/>
        </a:p>
      </dgm:t>
    </dgm:pt>
    <dgm:pt modelId="{BFBD4E85-2458-48C5-AE18-7BC7F112227B}" type="sibTrans" cxnId="{91DFE5B3-51F3-4761-9B8B-62F3AA2985CE}">
      <dgm:prSet/>
      <dgm:spPr/>
      <dgm:t>
        <a:bodyPr/>
        <a:lstStyle/>
        <a:p>
          <a:endParaRPr lang="en-US"/>
        </a:p>
      </dgm:t>
    </dgm:pt>
    <dgm:pt modelId="{5F8EA75F-EC62-4E91-976A-A02045F4C260}" type="pres">
      <dgm:prSet presAssocID="{5359AC54-C077-4F20-8BA0-07AB60BBCF7B}" presName="diagram" presStyleCnt="0">
        <dgm:presLayoutVars>
          <dgm:chPref val="1"/>
          <dgm:dir/>
          <dgm:animOne val="branch"/>
          <dgm:animLvl val="lvl"/>
          <dgm:resizeHandles val="exact"/>
        </dgm:presLayoutVars>
      </dgm:prSet>
      <dgm:spPr/>
    </dgm:pt>
    <dgm:pt modelId="{D73C5EAD-FE13-4464-A023-A579E7527B0D}" type="pres">
      <dgm:prSet presAssocID="{60E0BFDE-8E4F-4DF7-83FA-750D549853C2}" presName="root1" presStyleCnt="0"/>
      <dgm:spPr/>
    </dgm:pt>
    <dgm:pt modelId="{3BCAB6E7-3C8B-4AD1-96A7-E15ED4DC1AB0}" type="pres">
      <dgm:prSet presAssocID="{60E0BFDE-8E4F-4DF7-83FA-750D549853C2}" presName="LevelOneTextNode" presStyleLbl="node0" presStyleIdx="0" presStyleCnt="1" custLinFactNeighborX="-61894" custLinFactNeighborY="-3668">
        <dgm:presLayoutVars>
          <dgm:chPref val="3"/>
        </dgm:presLayoutVars>
      </dgm:prSet>
      <dgm:spPr/>
    </dgm:pt>
    <dgm:pt modelId="{8F740A56-505D-4FF6-95FF-91ABBA25BC9B}" type="pres">
      <dgm:prSet presAssocID="{60E0BFDE-8E4F-4DF7-83FA-750D549853C2}" presName="level2hierChild" presStyleCnt="0"/>
      <dgm:spPr/>
    </dgm:pt>
  </dgm:ptLst>
  <dgm:cxnLst>
    <dgm:cxn modelId="{B6BB5A62-96D3-447F-88FC-FB78A62B455D}" type="presOf" srcId="{60E0BFDE-8E4F-4DF7-83FA-750D549853C2}" destId="{3BCAB6E7-3C8B-4AD1-96A7-E15ED4DC1AB0}" srcOrd="0" destOrd="0" presId="urn:microsoft.com/office/officeart/2005/8/layout/hierarchy2"/>
    <dgm:cxn modelId="{82A71850-2D32-497D-B19B-A812D4432542}" type="presOf" srcId="{5359AC54-C077-4F20-8BA0-07AB60BBCF7B}" destId="{5F8EA75F-EC62-4E91-976A-A02045F4C260}" srcOrd="0" destOrd="0" presId="urn:microsoft.com/office/officeart/2005/8/layout/hierarchy2"/>
    <dgm:cxn modelId="{91DFE5B3-51F3-4761-9B8B-62F3AA2985CE}" srcId="{5359AC54-C077-4F20-8BA0-07AB60BBCF7B}" destId="{60E0BFDE-8E4F-4DF7-83FA-750D549853C2}" srcOrd="0" destOrd="0" parTransId="{EF36957E-8A17-4887-87CE-84AC487564B9}" sibTransId="{BFBD4E85-2458-48C5-AE18-7BC7F112227B}"/>
    <dgm:cxn modelId="{56C9358B-CDC9-4DFE-8D6A-263B45105A60}" type="presParOf" srcId="{5F8EA75F-EC62-4E91-976A-A02045F4C260}" destId="{D73C5EAD-FE13-4464-A023-A579E7527B0D}" srcOrd="0" destOrd="0" presId="urn:microsoft.com/office/officeart/2005/8/layout/hierarchy2"/>
    <dgm:cxn modelId="{14BD741F-E829-42F9-953F-256CC824BE9D}" type="presParOf" srcId="{D73C5EAD-FE13-4464-A023-A579E7527B0D}" destId="{3BCAB6E7-3C8B-4AD1-96A7-E15ED4DC1AB0}" srcOrd="0" destOrd="0" presId="urn:microsoft.com/office/officeart/2005/8/layout/hierarchy2"/>
    <dgm:cxn modelId="{796EECED-7F27-4827-977C-108FD0BA6AD4}" type="presParOf" srcId="{D73C5EAD-FE13-4464-A023-A579E7527B0D}" destId="{8F740A56-505D-4FF6-95FF-91ABBA25BC9B}" srcOrd="1" destOrd="0" presId="urn:microsoft.com/office/officeart/2005/8/layout/hierarchy2"/>
  </dgm:cxnLst>
  <dgm:bg/>
  <dgm:whole/>
  <dgm:extLst>
    <a:ext uri="http://schemas.microsoft.com/office/drawing/2008/diagram">
      <dsp:dataModelExt xmlns:dsp="http://schemas.microsoft.com/office/drawing/2008/diagram" relId="rId1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CC82EFBF-7107-494A-8AAB-7C60D9A18C52}" type="doc">
      <dgm:prSet loTypeId="urn:microsoft.com/office/officeart/2005/8/layout/hProcess9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D5F06DD9-2FFF-4343-814C-B31E3889ACCB}">
      <dgm:prSet phldrT="[Text]" phldr="0"/>
      <dgm:spPr/>
      <dgm:t>
        <a:bodyPr/>
        <a:lstStyle/>
        <a:p>
          <a:r>
            <a:rPr lang="en-US" dirty="0"/>
            <a:t>Data</a:t>
          </a:r>
        </a:p>
      </dgm:t>
    </dgm:pt>
    <dgm:pt modelId="{3D5B19E5-87A6-4D3B-9B61-5918DF25FDF0}" type="parTrans" cxnId="{B1D4D4C1-723D-4F84-B522-078EBCE805CC}">
      <dgm:prSet/>
      <dgm:spPr/>
      <dgm:t>
        <a:bodyPr/>
        <a:lstStyle/>
        <a:p>
          <a:endParaRPr lang="en-US"/>
        </a:p>
      </dgm:t>
    </dgm:pt>
    <dgm:pt modelId="{D670B910-3613-4ABD-B4EF-F8302081AD61}" type="sibTrans" cxnId="{B1D4D4C1-723D-4F84-B522-078EBCE805CC}">
      <dgm:prSet/>
      <dgm:spPr/>
      <dgm:t>
        <a:bodyPr/>
        <a:lstStyle/>
        <a:p>
          <a:endParaRPr lang="en-US"/>
        </a:p>
      </dgm:t>
    </dgm:pt>
    <dgm:pt modelId="{97EF6E1C-BA7C-4636-98C5-BAF25E72A9EA}">
      <dgm:prSet phldrT="[Text]" phldr="0"/>
      <dgm:spPr/>
      <dgm:t>
        <a:bodyPr/>
        <a:lstStyle/>
        <a:p>
          <a:r>
            <a:rPr lang="en-US" dirty="0"/>
            <a:t>model</a:t>
          </a:r>
        </a:p>
      </dgm:t>
    </dgm:pt>
    <dgm:pt modelId="{CC6E4465-715C-44B9-8F5A-A614F0AF83EB}" type="parTrans" cxnId="{C83ED522-35C7-4177-8D72-358078CACD54}">
      <dgm:prSet/>
      <dgm:spPr/>
      <dgm:t>
        <a:bodyPr/>
        <a:lstStyle/>
        <a:p>
          <a:endParaRPr lang="en-US"/>
        </a:p>
      </dgm:t>
    </dgm:pt>
    <dgm:pt modelId="{9AE711F1-83FF-473B-9D0A-AB57E372EB08}" type="sibTrans" cxnId="{C83ED522-35C7-4177-8D72-358078CACD54}">
      <dgm:prSet/>
      <dgm:spPr/>
      <dgm:t>
        <a:bodyPr/>
        <a:lstStyle/>
        <a:p>
          <a:endParaRPr lang="en-US"/>
        </a:p>
      </dgm:t>
    </dgm:pt>
    <dgm:pt modelId="{5A9BC8F0-D7E0-407D-82A5-3EE52FE05DF5}">
      <dgm:prSet phldrT="[Text]" phldr="0"/>
      <dgm:spPr/>
      <dgm:t>
        <a:bodyPr/>
        <a:lstStyle/>
        <a:p>
          <a:r>
            <a:rPr lang="en-US" dirty="0"/>
            <a:t>output</a:t>
          </a:r>
        </a:p>
      </dgm:t>
    </dgm:pt>
    <dgm:pt modelId="{B5075FD9-CDA1-4398-AB61-C112EF4FC073}" type="parTrans" cxnId="{32D180CA-215D-4D8E-BC5A-ECBB7F3838EE}">
      <dgm:prSet/>
      <dgm:spPr/>
      <dgm:t>
        <a:bodyPr/>
        <a:lstStyle/>
        <a:p>
          <a:endParaRPr lang="en-US"/>
        </a:p>
      </dgm:t>
    </dgm:pt>
    <dgm:pt modelId="{D954C522-4F7C-4CC3-8C16-5B8309720BC8}" type="sibTrans" cxnId="{32D180CA-215D-4D8E-BC5A-ECBB7F3838EE}">
      <dgm:prSet/>
      <dgm:spPr/>
      <dgm:t>
        <a:bodyPr/>
        <a:lstStyle/>
        <a:p>
          <a:endParaRPr lang="en-US"/>
        </a:p>
      </dgm:t>
    </dgm:pt>
    <dgm:pt modelId="{544E611A-A92D-47AE-8209-1291FA008FC7}">
      <dgm:prSet phldrT="[Text]" phldr="0"/>
      <dgm:spPr/>
      <dgm:t>
        <a:bodyPr/>
        <a:lstStyle/>
        <a:p>
          <a:r>
            <a:rPr lang="en-US"/>
            <a:t>Data Prep</a:t>
          </a:r>
          <a:endParaRPr lang="en-US" dirty="0"/>
        </a:p>
      </dgm:t>
    </dgm:pt>
    <dgm:pt modelId="{257DBADF-88C0-492E-A62A-4A73B487F3F0}" type="parTrans" cxnId="{437ACB81-26B8-4C36-928C-DE8051A9AA85}">
      <dgm:prSet/>
      <dgm:spPr/>
      <dgm:t>
        <a:bodyPr/>
        <a:lstStyle/>
        <a:p>
          <a:endParaRPr lang="en-US"/>
        </a:p>
      </dgm:t>
    </dgm:pt>
    <dgm:pt modelId="{581760DF-0F87-43C8-AF78-7383A1D234FB}" type="sibTrans" cxnId="{437ACB81-26B8-4C36-928C-DE8051A9AA85}">
      <dgm:prSet/>
      <dgm:spPr/>
      <dgm:t>
        <a:bodyPr/>
        <a:lstStyle/>
        <a:p>
          <a:endParaRPr lang="en-US"/>
        </a:p>
      </dgm:t>
    </dgm:pt>
    <dgm:pt modelId="{7047978F-7B94-453E-9392-49241B4E3952}" type="pres">
      <dgm:prSet presAssocID="{CC82EFBF-7107-494A-8AAB-7C60D9A18C52}" presName="CompostProcess" presStyleCnt="0">
        <dgm:presLayoutVars>
          <dgm:dir/>
          <dgm:resizeHandles val="exact"/>
        </dgm:presLayoutVars>
      </dgm:prSet>
      <dgm:spPr/>
    </dgm:pt>
    <dgm:pt modelId="{E8E2B53E-EF74-4B45-95E3-9B5C82B1340C}" type="pres">
      <dgm:prSet presAssocID="{CC82EFBF-7107-494A-8AAB-7C60D9A18C52}" presName="arrow" presStyleLbl="bgShp" presStyleIdx="0" presStyleCnt="1"/>
      <dgm:spPr/>
    </dgm:pt>
    <dgm:pt modelId="{A97DD83C-6A98-4091-B61C-9812DDC6BF82}" type="pres">
      <dgm:prSet presAssocID="{CC82EFBF-7107-494A-8AAB-7C60D9A18C52}" presName="linearProcess" presStyleCnt="0"/>
      <dgm:spPr/>
    </dgm:pt>
    <dgm:pt modelId="{B5819A44-3F39-4942-91AB-6CD9827FCCA5}" type="pres">
      <dgm:prSet presAssocID="{D5F06DD9-2FFF-4343-814C-B31E3889ACCB}" presName="textNode" presStyleLbl="node1" presStyleIdx="0" presStyleCnt="4">
        <dgm:presLayoutVars>
          <dgm:bulletEnabled val="1"/>
        </dgm:presLayoutVars>
      </dgm:prSet>
      <dgm:spPr/>
    </dgm:pt>
    <dgm:pt modelId="{13E00F69-C04D-459C-9C6D-52BAA6ABF799}" type="pres">
      <dgm:prSet presAssocID="{D670B910-3613-4ABD-B4EF-F8302081AD61}" presName="sibTrans" presStyleCnt="0"/>
      <dgm:spPr/>
    </dgm:pt>
    <dgm:pt modelId="{02C6F657-DC22-4874-B839-ED01F19A363A}" type="pres">
      <dgm:prSet presAssocID="{544E611A-A92D-47AE-8209-1291FA008FC7}" presName="textNode" presStyleLbl="node1" presStyleIdx="1" presStyleCnt="4">
        <dgm:presLayoutVars>
          <dgm:bulletEnabled val="1"/>
        </dgm:presLayoutVars>
      </dgm:prSet>
      <dgm:spPr/>
    </dgm:pt>
    <dgm:pt modelId="{8A421316-76C1-42B6-99E9-1E657EFF2B4A}" type="pres">
      <dgm:prSet presAssocID="{581760DF-0F87-43C8-AF78-7383A1D234FB}" presName="sibTrans" presStyleCnt="0"/>
      <dgm:spPr/>
    </dgm:pt>
    <dgm:pt modelId="{C00E62EC-C631-4907-A6A9-ACFBFA247E6A}" type="pres">
      <dgm:prSet presAssocID="{97EF6E1C-BA7C-4636-98C5-BAF25E72A9EA}" presName="textNode" presStyleLbl="node1" presStyleIdx="2" presStyleCnt="4">
        <dgm:presLayoutVars>
          <dgm:bulletEnabled val="1"/>
        </dgm:presLayoutVars>
      </dgm:prSet>
      <dgm:spPr/>
    </dgm:pt>
    <dgm:pt modelId="{990CDBD4-F756-4EED-8B52-90FCFB437DE4}" type="pres">
      <dgm:prSet presAssocID="{9AE711F1-83FF-473B-9D0A-AB57E372EB08}" presName="sibTrans" presStyleCnt="0"/>
      <dgm:spPr/>
    </dgm:pt>
    <dgm:pt modelId="{2B39B381-C3F6-40EF-9153-96AC0478B650}" type="pres">
      <dgm:prSet presAssocID="{5A9BC8F0-D7E0-407D-82A5-3EE52FE05DF5}" presName="textNode" presStyleLbl="node1" presStyleIdx="3" presStyleCnt="4">
        <dgm:presLayoutVars>
          <dgm:bulletEnabled val="1"/>
        </dgm:presLayoutVars>
      </dgm:prSet>
      <dgm:spPr/>
    </dgm:pt>
  </dgm:ptLst>
  <dgm:cxnLst>
    <dgm:cxn modelId="{C83ED522-35C7-4177-8D72-358078CACD54}" srcId="{CC82EFBF-7107-494A-8AAB-7C60D9A18C52}" destId="{97EF6E1C-BA7C-4636-98C5-BAF25E72A9EA}" srcOrd="2" destOrd="0" parTransId="{CC6E4465-715C-44B9-8F5A-A614F0AF83EB}" sibTransId="{9AE711F1-83FF-473B-9D0A-AB57E372EB08}"/>
    <dgm:cxn modelId="{A12B8D56-7091-4E96-B4DA-9B12CBF3D848}" type="presOf" srcId="{544E611A-A92D-47AE-8209-1291FA008FC7}" destId="{02C6F657-DC22-4874-B839-ED01F19A363A}" srcOrd="0" destOrd="0" presId="urn:microsoft.com/office/officeart/2005/8/layout/hProcess9"/>
    <dgm:cxn modelId="{8BE6B87B-BB74-499A-AA04-C383BD12B3AC}" type="presOf" srcId="{D5F06DD9-2FFF-4343-814C-B31E3889ACCB}" destId="{B5819A44-3F39-4942-91AB-6CD9827FCCA5}" srcOrd="0" destOrd="0" presId="urn:microsoft.com/office/officeart/2005/8/layout/hProcess9"/>
    <dgm:cxn modelId="{437ACB81-26B8-4C36-928C-DE8051A9AA85}" srcId="{CC82EFBF-7107-494A-8AAB-7C60D9A18C52}" destId="{544E611A-A92D-47AE-8209-1291FA008FC7}" srcOrd="1" destOrd="0" parTransId="{257DBADF-88C0-492E-A62A-4A73B487F3F0}" sibTransId="{581760DF-0F87-43C8-AF78-7383A1D234FB}"/>
    <dgm:cxn modelId="{F2F10E88-2076-4B33-A6FD-7D9F58D19910}" type="presOf" srcId="{97EF6E1C-BA7C-4636-98C5-BAF25E72A9EA}" destId="{C00E62EC-C631-4907-A6A9-ACFBFA247E6A}" srcOrd="0" destOrd="0" presId="urn:microsoft.com/office/officeart/2005/8/layout/hProcess9"/>
    <dgm:cxn modelId="{F8063FC1-6BD8-4162-8CB9-8D3139B06914}" type="presOf" srcId="{CC82EFBF-7107-494A-8AAB-7C60D9A18C52}" destId="{7047978F-7B94-453E-9392-49241B4E3952}" srcOrd="0" destOrd="0" presId="urn:microsoft.com/office/officeart/2005/8/layout/hProcess9"/>
    <dgm:cxn modelId="{B1D4D4C1-723D-4F84-B522-078EBCE805CC}" srcId="{CC82EFBF-7107-494A-8AAB-7C60D9A18C52}" destId="{D5F06DD9-2FFF-4343-814C-B31E3889ACCB}" srcOrd="0" destOrd="0" parTransId="{3D5B19E5-87A6-4D3B-9B61-5918DF25FDF0}" sibTransId="{D670B910-3613-4ABD-B4EF-F8302081AD61}"/>
    <dgm:cxn modelId="{32D180CA-215D-4D8E-BC5A-ECBB7F3838EE}" srcId="{CC82EFBF-7107-494A-8AAB-7C60D9A18C52}" destId="{5A9BC8F0-D7E0-407D-82A5-3EE52FE05DF5}" srcOrd="3" destOrd="0" parTransId="{B5075FD9-CDA1-4398-AB61-C112EF4FC073}" sibTransId="{D954C522-4F7C-4CC3-8C16-5B8309720BC8}"/>
    <dgm:cxn modelId="{DFB6F8FE-B388-4003-A03F-230FB289B3D0}" type="presOf" srcId="{5A9BC8F0-D7E0-407D-82A5-3EE52FE05DF5}" destId="{2B39B381-C3F6-40EF-9153-96AC0478B650}" srcOrd="0" destOrd="0" presId="urn:microsoft.com/office/officeart/2005/8/layout/hProcess9"/>
    <dgm:cxn modelId="{A8BE6ECB-571B-444C-9AED-028DA600BB12}" type="presParOf" srcId="{7047978F-7B94-453E-9392-49241B4E3952}" destId="{E8E2B53E-EF74-4B45-95E3-9B5C82B1340C}" srcOrd="0" destOrd="0" presId="urn:microsoft.com/office/officeart/2005/8/layout/hProcess9"/>
    <dgm:cxn modelId="{FF50508F-C8D3-41DC-B2DA-A7CB897F377C}" type="presParOf" srcId="{7047978F-7B94-453E-9392-49241B4E3952}" destId="{A97DD83C-6A98-4091-B61C-9812DDC6BF82}" srcOrd="1" destOrd="0" presId="urn:microsoft.com/office/officeart/2005/8/layout/hProcess9"/>
    <dgm:cxn modelId="{E5C7D865-914A-43F9-A8E5-5D6486FF9CC7}" type="presParOf" srcId="{A97DD83C-6A98-4091-B61C-9812DDC6BF82}" destId="{B5819A44-3F39-4942-91AB-6CD9827FCCA5}" srcOrd="0" destOrd="0" presId="urn:microsoft.com/office/officeart/2005/8/layout/hProcess9"/>
    <dgm:cxn modelId="{F0ECEBC4-E961-4C18-9E84-E14A33C433CD}" type="presParOf" srcId="{A97DD83C-6A98-4091-B61C-9812DDC6BF82}" destId="{13E00F69-C04D-459C-9C6D-52BAA6ABF799}" srcOrd="1" destOrd="0" presId="urn:microsoft.com/office/officeart/2005/8/layout/hProcess9"/>
    <dgm:cxn modelId="{5168CB5F-752A-4896-A6CC-0217EAC4E0A5}" type="presParOf" srcId="{A97DD83C-6A98-4091-B61C-9812DDC6BF82}" destId="{02C6F657-DC22-4874-B839-ED01F19A363A}" srcOrd="2" destOrd="0" presId="urn:microsoft.com/office/officeart/2005/8/layout/hProcess9"/>
    <dgm:cxn modelId="{0A24029F-0FBA-4B53-81C3-8E968BE3D3DE}" type="presParOf" srcId="{A97DD83C-6A98-4091-B61C-9812DDC6BF82}" destId="{8A421316-76C1-42B6-99E9-1E657EFF2B4A}" srcOrd="3" destOrd="0" presId="urn:microsoft.com/office/officeart/2005/8/layout/hProcess9"/>
    <dgm:cxn modelId="{2E504A25-CAB0-4E1D-9DC9-10476FD2A1EB}" type="presParOf" srcId="{A97DD83C-6A98-4091-B61C-9812DDC6BF82}" destId="{C00E62EC-C631-4907-A6A9-ACFBFA247E6A}" srcOrd="4" destOrd="0" presId="urn:microsoft.com/office/officeart/2005/8/layout/hProcess9"/>
    <dgm:cxn modelId="{293D8225-2230-46AA-9AD0-D4BDB887B88F}" type="presParOf" srcId="{A97DD83C-6A98-4091-B61C-9812DDC6BF82}" destId="{990CDBD4-F756-4EED-8B52-90FCFB437DE4}" srcOrd="5" destOrd="0" presId="urn:microsoft.com/office/officeart/2005/8/layout/hProcess9"/>
    <dgm:cxn modelId="{E17C0112-6E1D-4442-982B-6F457DF83C11}" type="presParOf" srcId="{A97DD83C-6A98-4091-B61C-9812DDC6BF82}" destId="{2B39B381-C3F6-40EF-9153-96AC0478B650}" srcOrd="6" destOrd="0" presId="urn:microsoft.com/office/officeart/2005/8/layout/hProcess9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1D19A2F-77BC-4938-9885-093F435A8A47}">
      <dsp:nvSpPr>
        <dsp:cNvPr id="0" name=""/>
        <dsp:cNvSpPr/>
      </dsp:nvSpPr>
      <dsp:spPr>
        <a:xfrm>
          <a:off x="1201573" y="1080996"/>
          <a:ext cx="1373993" cy="1188560"/>
        </a:xfrm>
        <a:prstGeom prst="hexagon">
          <a:avLst>
            <a:gd name="adj" fmla="val 28570"/>
            <a:gd name="vf" fmla="val 11547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Cloud migration</a:t>
          </a:r>
        </a:p>
      </dsp:txBody>
      <dsp:txXfrm>
        <a:off x="1429263" y="1277957"/>
        <a:ext cx="918613" cy="794638"/>
      </dsp:txXfrm>
    </dsp:sp>
    <dsp:sp modelId="{16108406-D824-48AA-986F-F20B13B82A81}">
      <dsp:nvSpPr>
        <dsp:cNvPr id="0" name=""/>
        <dsp:cNvSpPr/>
      </dsp:nvSpPr>
      <dsp:spPr>
        <a:xfrm>
          <a:off x="2061957" y="512350"/>
          <a:ext cx="518403" cy="446673"/>
        </a:xfrm>
        <a:prstGeom prst="hexagon">
          <a:avLst>
            <a:gd name="adj" fmla="val 28900"/>
            <a:gd name="vf" fmla="val 11547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CB0AA78-D63F-4F3A-AFA6-EAE5E0314406}">
      <dsp:nvSpPr>
        <dsp:cNvPr id="0" name=""/>
        <dsp:cNvSpPr/>
      </dsp:nvSpPr>
      <dsp:spPr>
        <a:xfrm>
          <a:off x="1328137" y="0"/>
          <a:ext cx="1125978" cy="974103"/>
        </a:xfrm>
        <a:prstGeom prst="hexagon">
          <a:avLst>
            <a:gd name="adj" fmla="val 28570"/>
            <a:gd name="vf" fmla="val 115470"/>
          </a:avLst>
        </a:prstGeom>
        <a:solidFill>
          <a:schemeClr val="accent2"/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Time to customer value</a:t>
          </a:r>
        </a:p>
      </dsp:txBody>
      <dsp:txXfrm>
        <a:off x="1514736" y="161430"/>
        <a:ext cx="752780" cy="651243"/>
      </dsp:txXfrm>
    </dsp:sp>
    <dsp:sp modelId="{322F9847-0308-445A-A02E-9697140899BE}">
      <dsp:nvSpPr>
        <dsp:cNvPr id="0" name=""/>
        <dsp:cNvSpPr/>
      </dsp:nvSpPr>
      <dsp:spPr>
        <a:xfrm>
          <a:off x="2666974" y="1347392"/>
          <a:ext cx="518403" cy="446673"/>
        </a:xfrm>
        <a:prstGeom prst="hexagon">
          <a:avLst>
            <a:gd name="adj" fmla="val 28900"/>
            <a:gd name="vf" fmla="val 11547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699140C-2F89-460C-BE44-85A64DE59F52}">
      <dsp:nvSpPr>
        <dsp:cNvPr id="0" name=""/>
        <dsp:cNvSpPr/>
      </dsp:nvSpPr>
      <dsp:spPr>
        <a:xfrm>
          <a:off x="2360790" y="599138"/>
          <a:ext cx="1125978" cy="974103"/>
        </a:xfrm>
        <a:prstGeom prst="hexagon">
          <a:avLst>
            <a:gd name="adj" fmla="val 28570"/>
            <a:gd name="vf" fmla="val 115470"/>
          </a:avLst>
        </a:prstGeom>
        <a:solidFill>
          <a:schemeClr val="accent3"/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Organize for effectiveness</a:t>
          </a:r>
        </a:p>
      </dsp:txBody>
      <dsp:txXfrm>
        <a:off x="2547389" y="760568"/>
        <a:ext cx="752780" cy="651243"/>
      </dsp:txXfrm>
    </dsp:sp>
    <dsp:sp modelId="{76DF7524-118F-4A3C-8039-C7730AC993D2}">
      <dsp:nvSpPr>
        <dsp:cNvPr id="0" name=""/>
        <dsp:cNvSpPr/>
      </dsp:nvSpPr>
      <dsp:spPr>
        <a:xfrm>
          <a:off x="2246690" y="2289997"/>
          <a:ext cx="518403" cy="446673"/>
        </a:xfrm>
        <a:prstGeom prst="hexagon">
          <a:avLst>
            <a:gd name="adj" fmla="val 28900"/>
            <a:gd name="vf" fmla="val 11547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5AB8E64-BB27-433B-A701-D00D0ADFE0F2}">
      <dsp:nvSpPr>
        <dsp:cNvPr id="0" name=""/>
        <dsp:cNvSpPr/>
      </dsp:nvSpPr>
      <dsp:spPr>
        <a:xfrm>
          <a:off x="2360790" y="1776976"/>
          <a:ext cx="1125978" cy="974103"/>
        </a:xfrm>
        <a:prstGeom prst="hexagon">
          <a:avLst>
            <a:gd name="adj" fmla="val 28570"/>
            <a:gd name="vf" fmla="val 115470"/>
          </a:avLst>
        </a:prstGeom>
        <a:solidFill>
          <a:srgbClr val="92D050"/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Digital stability</a:t>
          </a:r>
        </a:p>
      </dsp:txBody>
      <dsp:txXfrm>
        <a:off x="2547389" y="1938406"/>
        <a:ext cx="752780" cy="651243"/>
      </dsp:txXfrm>
    </dsp:sp>
    <dsp:sp modelId="{6A5105C0-DF27-4B27-8885-6430EAC6309F}">
      <dsp:nvSpPr>
        <dsp:cNvPr id="0" name=""/>
        <dsp:cNvSpPr/>
      </dsp:nvSpPr>
      <dsp:spPr>
        <a:xfrm>
          <a:off x="1204130" y="2387843"/>
          <a:ext cx="518403" cy="446673"/>
        </a:xfrm>
        <a:prstGeom prst="hexagon">
          <a:avLst>
            <a:gd name="adj" fmla="val 28900"/>
            <a:gd name="vf" fmla="val 11547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57699A4-5871-457E-B5AC-85BE314A9854}">
      <dsp:nvSpPr>
        <dsp:cNvPr id="0" name=""/>
        <dsp:cNvSpPr/>
      </dsp:nvSpPr>
      <dsp:spPr>
        <a:xfrm>
          <a:off x="1328137" y="2376785"/>
          <a:ext cx="1125978" cy="974103"/>
        </a:xfrm>
        <a:prstGeom prst="hexagon">
          <a:avLst>
            <a:gd name="adj" fmla="val 28570"/>
            <a:gd name="vf" fmla="val 115470"/>
          </a:avLst>
        </a:prstGeom>
        <a:solidFill>
          <a:srgbClr val="00B0F0"/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200" kern="1200" dirty="0"/>
            <a:t>Business Innovation at speed</a:t>
          </a:r>
          <a:endParaRPr lang="en-US" sz="1200" kern="1200" dirty="0"/>
        </a:p>
      </dsp:txBody>
      <dsp:txXfrm>
        <a:off x="1514736" y="2538215"/>
        <a:ext cx="752780" cy="651243"/>
      </dsp:txXfrm>
    </dsp:sp>
    <dsp:sp modelId="{49B31C55-29E4-4F65-B048-7407A37441AB}">
      <dsp:nvSpPr>
        <dsp:cNvPr id="0" name=""/>
        <dsp:cNvSpPr/>
      </dsp:nvSpPr>
      <dsp:spPr>
        <a:xfrm>
          <a:off x="589204" y="1553137"/>
          <a:ext cx="518403" cy="446673"/>
        </a:xfrm>
        <a:prstGeom prst="hexagon">
          <a:avLst>
            <a:gd name="adj" fmla="val 28900"/>
            <a:gd name="vf" fmla="val 11547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DC1BEF1-AC06-4D76-AA94-62F6EB75537B}">
      <dsp:nvSpPr>
        <dsp:cNvPr id="0" name=""/>
        <dsp:cNvSpPr/>
      </dsp:nvSpPr>
      <dsp:spPr>
        <a:xfrm>
          <a:off x="290691" y="1777646"/>
          <a:ext cx="1125978" cy="974103"/>
        </a:xfrm>
        <a:prstGeom prst="hexagon">
          <a:avLst>
            <a:gd name="adj" fmla="val 28570"/>
            <a:gd name="vf" fmla="val 115470"/>
          </a:avLst>
        </a:prstGeom>
        <a:solidFill>
          <a:srgbClr val="002060"/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Enable transformation</a:t>
          </a:r>
        </a:p>
      </dsp:txBody>
      <dsp:txXfrm>
        <a:off x="477290" y="1939076"/>
        <a:ext cx="752780" cy="651243"/>
      </dsp:txXfrm>
    </dsp:sp>
    <dsp:sp modelId="{C5A425D9-4151-4A77-AD71-BFDEBC1E8358}">
      <dsp:nvSpPr>
        <dsp:cNvPr id="0" name=""/>
        <dsp:cNvSpPr/>
      </dsp:nvSpPr>
      <dsp:spPr>
        <a:xfrm>
          <a:off x="290691" y="597798"/>
          <a:ext cx="1125978" cy="974103"/>
        </a:xfrm>
        <a:prstGeom prst="hexagon">
          <a:avLst>
            <a:gd name="adj" fmla="val 28570"/>
            <a:gd name="vf" fmla="val 115470"/>
          </a:avLst>
        </a:prstGeom>
        <a:solidFill>
          <a:srgbClr val="FF0000"/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Intelligent </a:t>
          </a:r>
          <a:r>
            <a:rPr lang="en-US" altLang="zh-CN" sz="1200" kern="1200" dirty="0"/>
            <a:t>automation</a:t>
          </a:r>
          <a:endParaRPr lang="en-US" sz="1200" kern="1200" dirty="0"/>
        </a:p>
      </dsp:txBody>
      <dsp:txXfrm>
        <a:off x="477290" y="759228"/>
        <a:ext cx="752780" cy="651243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BCAB6E7-3C8B-4AD1-96A7-E15ED4DC1AB0}">
      <dsp:nvSpPr>
        <dsp:cNvPr id="0" name=""/>
        <dsp:cNvSpPr/>
      </dsp:nvSpPr>
      <dsp:spPr>
        <a:xfrm>
          <a:off x="1508" y="357856"/>
          <a:ext cx="1236053" cy="61802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7145" tIns="17145" rIns="17145" bIns="17145" numCol="1" spcCol="1270" anchor="ctr" anchorCtr="0">
          <a:noAutofit/>
        </a:bodyPr>
        <a:lstStyle/>
        <a:p>
          <a:pPr marL="0" lvl="0" indent="0" algn="ctr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700" kern="1200" dirty="0"/>
            <a:t>SAS</a:t>
          </a:r>
        </a:p>
      </dsp:txBody>
      <dsp:txXfrm>
        <a:off x="19609" y="375957"/>
        <a:ext cx="1199851" cy="581824"/>
      </dsp:txXfrm>
    </dsp:sp>
    <dsp:sp modelId="{02DBC75F-EC9B-4A1C-B9DE-6892275ED7C8}">
      <dsp:nvSpPr>
        <dsp:cNvPr id="0" name=""/>
        <dsp:cNvSpPr/>
      </dsp:nvSpPr>
      <dsp:spPr>
        <a:xfrm rot="19457599">
          <a:off x="1180331" y="447482"/>
          <a:ext cx="608881" cy="83408"/>
        </a:xfrm>
        <a:custGeom>
          <a:avLst/>
          <a:gdLst/>
          <a:ahLst/>
          <a:cxnLst/>
          <a:rect l="0" t="0" r="0" b="0"/>
          <a:pathLst>
            <a:path>
              <a:moveTo>
                <a:pt x="0" y="41704"/>
              </a:moveTo>
              <a:lnTo>
                <a:pt x="608881" y="41704"/>
              </a:lnTo>
            </a:path>
          </a:pathLst>
        </a:custGeom>
        <a:noFill/>
        <a:ln w="19050" cap="rnd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1469550" y="473964"/>
        <a:ext cx="30444" cy="30444"/>
      </dsp:txXfrm>
    </dsp:sp>
    <dsp:sp modelId="{856966A0-B3E8-4AAF-BADE-F7D74F234487}">
      <dsp:nvSpPr>
        <dsp:cNvPr id="0" name=""/>
        <dsp:cNvSpPr/>
      </dsp:nvSpPr>
      <dsp:spPr>
        <a:xfrm>
          <a:off x="1731983" y="2490"/>
          <a:ext cx="1236053" cy="61802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7145" tIns="17145" rIns="17145" bIns="17145" numCol="1" spcCol="1270" anchor="ctr" anchorCtr="0">
          <a:noAutofit/>
        </a:bodyPr>
        <a:lstStyle/>
        <a:p>
          <a:pPr marL="0" lvl="0" indent="0" algn="ctr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700" kern="1200" dirty="0"/>
            <a:t>R</a:t>
          </a:r>
        </a:p>
      </dsp:txBody>
      <dsp:txXfrm>
        <a:off x="1750084" y="20591"/>
        <a:ext cx="1199851" cy="581824"/>
      </dsp:txXfrm>
    </dsp:sp>
    <dsp:sp modelId="{33F576D8-77B8-46AC-942C-78072A82BCB5}">
      <dsp:nvSpPr>
        <dsp:cNvPr id="0" name=""/>
        <dsp:cNvSpPr/>
      </dsp:nvSpPr>
      <dsp:spPr>
        <a:xfrm rot="2142401">
          <a:off x="1180331" y="802848"/>
          <a:ext cx="608881" cy="83408"/>
        </a:xfrm>
        <a:custGeom>
          <a:avLst/>
          <a:gdLst/>
          <a:ahLst/>
          <a:cxnLst/>
          <a:rect l="0" t="0" r="0" b="0"/>
          <a:pathLst>
            <a:path>
              <a:moveTo>
                <a:pt x="0" y="41704"/>
              </a:moveTo>
              <a:lnTo>
                <a:pt x="608881" y="41704"/>
              </a:lnTo>
            </a:path>
          </a:pathLst>
        </a:custGeom>
        <a:noFill/>
        <a:ln w="19050" cap="rnd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1469550" y="829330"/>
        <a:ext cx="30444" cy="30444"/>
      </dsp:txXfrm>
    </dsp:sp>
    <dsp:sp modelId="{53CBCBE4-8058-4DC4-8A24-70C23610BF67}">
      <dsp:nvSpPr>
        <dsp:cNvPr id="0" name=""/>
        <dsp:cNvSpPr/>
      </dsp:nvSpPr>
      <dsp:spPr>
        <a:xfrm>
          <a:off x="1731983" y="713221"/>
          <a:ext cx="1236053" cy="61802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7145" tIns="17145" rIns="17145" bIns="17145" numCol="1" spcCol="1270" anchor="ctr" anchorCtr="0">
          <a:noAutofit/>
        </a:bodyPr>
        <a:lstStyle/>
        <a:p>
          <a:pPr marL="0" lvl="0" indent="0" algn="ctr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700" kern="1200" dirty="0"/>
            <a:t>Python</a:t>
          </a:r>
        </a:p>
      </dsp:txBody>
      <dsp:txXfrm>
        <a:off x="1750084" y="731322"/>
        <a:ext cx="1199851" cy="581824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BCAB6E7-3C8B-4AD1-96A7-E15ED4DC1AB0}">
      <dsp:nvSpPr>
        <dsp:cNvPr id="0" name=""/>
        <dsp:cNvSpPr/>
      </dsp:nvSpPr>
      <dsp:spPr>
        <a:xfrm>
          <a:off x="229435" y="791579"/>
          <a:ext cx="1419958" cy="709979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970" tIns="13970" rIns="13970" bIns="1397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/>
            <a:t>C</a:t>
          </a:r>
          <a:r>
            <a:rPr lang="en-US" altLang="zh-CN" sz="2200" kern="1200" dirty="0"/>
            <a:t>ash Flow</a:t>
          </a:r>
          <a:endParaRPr lang="en-US" sz="2200" kern="1200" dirty="0"/>
        </a:p>
      </dsp:txBody>
      <dsp:txXfrm>
        <a:off x="250230" y="812374"/>
        <a:ext cx="1378368" cy="668389"/>
      </dsp:txXfrm>
    </dsp:sp>
    <dsp:sp modelId="{02DBC75F-EC9B-4A1C-B9DE-6892275ED7C8}">
      <dsp:nvSpPr>
        <dsp:cNvPr id="0" name=""/>
        <dsp:cNvSpPr/>
      </dsp:nvSpPr>
      <dsp:spPr>
        <a:xfrm rot="19881099">
          <a:off x="1548477" y="724105"/>
          <a:ext cx="1648686" cy="54492"/>
        </a:xfrm>
        <a:custGeom>
          <a:avLst/>
          <a:gdLst/>
          <a:ahLst/>
          <a:cxnLst/>
          <a:rect l="0" t="0" r="0" b="0"/>
          <a:pathLst>
            <a:path>
              <a:moveTo>
                <a:pt x="0" y="27246"/>
              </a:moveTo>
              <a:lnTo>
                <a:pt x="1648686" y="27246"/>
              </a:lnTo>
            </a:path>
          </a:pathLst>
        </a:custGeom>
        <a:noFill/>
        <a:ln w="19050" cap="rnd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2331603" y="710134"/>
        <a:ext cx="82434" cy="82434"/>
      </dsp:txXfrm>
    </dsp:sp>
    <dsp:sp modelId="{856966A0-B3E8-4AAF-BADE-F7D74F234487}">
      <dsp:nvSpPr>
        <dsp:cNvPr id="0" name=""/>
        <dsp:cNvSpPr/>
      </dsp:nvSpPr>
      <dsp:spPr>
        <a:xfrm>
          <a:off x="3096247" y="1145"/>
          <a:ext cx="1419958" cy="709979"/>
        </a:xfrm>
        <a:prstGeom prst="roundRect">
          <a:avLst>
            <a:gd name="adj" fmla="val 10000"/>
          </a:avLst>
        </a:prstGeom>
        <a:solidFill>
          <a:schemeClr val="accent2">
            <a:lumMod val="60000"/>
            <a:lumOff val="4000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160" tIns="10160" rIns="10160" bIns="101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600" kern="1200" dirty="0"/>
            <a:t>Loss severity</a:t>
          </a:r>
          <a:endParaRPr lang="en-US" sz="1600" kern="1200" dirty="0"/>
        </a:p>
      </dsp:txBody>
      <dsp:txXfrm>
        <a:off x="3117042" y="21940"/>
        <a:ext cx="1378368" cy="668389"/>
      </dsp:txXfrm>
    </dsp:sp>
    <dsp:sp modelId="{33F576D8-77B8-46AC-942C-78072A82BCB5}">
      <dsp:nvSpPr>
        <dsp:cNvPr id="0" name=""/>
        <dsp:cNvSpPr/>
      </dsp:nvSpPr>
      <dsp:spPr>
        <a:xfrm rot="61870">
          <a:off x="1649277" y="1132343"/>
          <a:ext cx="1447086" cy="54492"/>
        </a:xfrm>
        <a:custGeom>
          <a:avLst/>
          <a:gdLst/>
          <a:ahLst/>
          <a:cxnLst/>
          <a:rect l="0" t="0" r="0" b="0"/>
          <a:pathLst>
            <a:path>
              <a:moveTo>
                <a:pt x="0" y="27246"/>
              </a:moveTo>
              <a:lnTo>
                <a:pt x="1447086" y="27246"/>
              </a:lnTo>
            </a:path>
          </a:pathLst>
        </a:custGeom>
        <a:noFill/>
        <a:ln w="19050" cap="rnd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2336643" y="1123412"/>
        <a:ext cx="72354" cy="72354"/>
      </dsp:txXfrm>
    </dsp:sp>
    <dsp:sp modelId="{53CBCBE4-8058-4DC4-8A24-70C23610BF67}">
      <dsp:nvSpPr>
        <dsp:cNvPr id="0" name=""/>
        <dsp:cNvSpPr/>
      </dsp:nvSpPr>
      <dsp:spPr>
        <a:xfrm>
          <a:off x="3096247" y="817621"/>
          <a:ext cx="1419958" cy="709979"/>
        </a:xfrm>
        <a:prstGeom prst="roundRect">
          <a:avLst>
            <a:gd name="adj" fmla="val 10000"/>
          </a:avLst>
        </a:prstGeom>
        <a:solidFill>
          <a:schemeClr val="accent2">
            <a:lumMod val="60000"/>
            <a:lumOff val="4000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160" tIns="10160" rIns="10160" bIns="101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Default Type</a:t>
          </a:r>
        </a:p>
      </dsp:txBody>
      <dsp:txXfrm>
        <a:off x="3117042" y="838416"/>
        <a:ext cx="1378368" cy="668389"/>
      </dsp:txXfrm>
    </dsp:sp>
    <dsp:sp modelId="{AD5DA7A3-BB8B-4ED2-ADB7-EBF9C8A7B90C}">
      <dsp:nvSpPr>
        <dsp:cNvPr id="0" name=""/>
        <dsp:cNvSpPr/>
      </dsp:nvSpPr>
      <dsp:spPr>
        <a:xfrm rot="1812763">
          <a:off x="1535679" y="1540581"/>
          <a:ext cx="1674281" cy="54492"/>
        </a:xfrm>
        <a:custGeom>
          <a:avLst/>
          <a:gdLst/>
          <a:ahLst/>
          <a:cxnLst/>
          <a:rect l="0" t="0" r="0" b="0"/>
          <a:pathLst>
            <a:path>
              <a:moveTo>
                <a:pt x="0" y="27246"/>
              </a:moveTo>
              <a:lnTo>
                <a:pt x="1674281" y="27246"/>
              </a:lnTo>
            </a:path>
          </a:pathLst>
        </a:custGeom>
        <a:noFill/>
        <a:ln w="19050" cap="rnd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2330963" y="1525971"/>
        <a:ext cx="83714" cy="83714"/>
      </dsp:txXfrm>
    </dsp:sp>
    <dsp:sp modelId="{657F305A-03D9-4556-BA21-F3EBCB0C16D5}">
      <dsp:nvSpPr>
        <dsp:cNvPr id="0" name=""/>
        <dsp:cNvSpPr/>
      </dsp:nvSpPr>
      <dsp:spPr>
        <a:xfrm>
          <a:off x="3096247" y="1634097"/>
          <a:ext cx="1419958" cy="709979"/>
        </a:xfrm>
        <a:prstGeom prst="roundRect">
          <a:avLst>
            <a:gd name="adj" fmla="val 10000"/>
          </a:avLst>
        </a:prstGeom>
        <a:solidFill>
          <a:schemeClr val="accent2">
            <a:lumMod val="60000"/>
            <a:lumOff val="4000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160" tIns="10160" rIns="10160" bIns="101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Mortgage Insurance</a:t>
          </a:r>
        </a:p>
      </dsp:txBody>
      <dsp:txXfrm>
        <a:off x="3117042" y="1654892"/>
        <a:ext cx="1378368" cy="668389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BCAB6E7-3C8B-4AD1-96A7-E15ED4DC1AB0}">
      <dsp:nvSpPr>
        <dsp:cNvPr id="0" name=""/>
        <dsp:cNvSpPr/>
      </dsp:nvSpPr>
      <dsp:spPr>
        <a:xfrm>
          <a:off x="0" y="249587"/>
          <a:ext cx="1327678" cy="663839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000" kern="1200" dirty="0"/>
            <a:t>EMA</a:t>
          </a:r>
        </a:p>
      </dsp:txBody>
      <dsp:txXfrm>
        <a:off x="19443" y="269030"/>
        <a:ext cx="1288792" cy="624953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8E2B53E-EF74-4B45-95E3-9B5C82B1340C}">
      <dsp:nvSpPr>
        <dsp:cNvPr id="0" name=""/>
        <dsp:cNvSpPr/>
      </dsp:nvSpPr>
      <dsp:spPr>
        <a:xfrm>
          <a:off x="842287" y="0"/>
          <a:ext cx="9545919" cy="1136074"/>
        </a:xfrm>
        <a:prstGeom prst="rightArrow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5819A44-3F39-4942-91AB-6CD9827FCCA5}">
      <dsp:nvSpPr>
        <dsp:cNvPr id="0" name=""/>
        <dsp:cNvSpPr/>
      </dsp:nvSpPr>
      <dsp:spPr>
        <a:xfrm>
          <a:off x="3838" y="340822"/>
          <a:ext cx="2493959" cy="45442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Data</a:t>
          </a:r>
        </a:p>
      </dsp:txBody>
      <dsp:txXfrm>
        <a:off x="26021" y="363005"/>
        <a:ext cx="2449593" cy="410063"/>
      </dsp:txXfrm>
    </dsp:sp>
    <dsp:sp modelId="{02C6F657-DC22-4874-B839-ED01F19A363A}">
      <dsp:nvSpPr>
        <dsp:cNvPr id="0" name=""/>
        <dsp:cNvSpPr/>
      </dsp:nvSpPr>
      <dsp:spPr>
        <a:xfrm>
          <a:off x="2913457" y="340822"/>
          <a:ext cx="2493959" cy="45442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Data Prep</a:t>
          </a:r>
          <a:endParaRPr lang="en-US" sz="1800" kern="1200" dirty="0"/>
        </a:p>
      </dsp:txBody>
      <dsp:txXfrm>
        <a:off x="2935640" y="363005"/>
        <a:ext cx="2449593" cy="410063"/>
      </dsp:txXfrm>
    </dsp:sp>
    <dsp:sp modelId="{C00E62EC-C631-4907-A6A9-ACFBFA247E6A}">
      <dsp:nvSpPr>
        <dsp:cNvPr id="0" name=""/>
        <dsp:cNvSpPr/>
      </dsp:nvSpPr>
      <dsp:spPr>
        <a:xfrm>
          <a:off x="5823076" y="340822"/>
          <a:ext cx="2493959" cy="45442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model</a:t>
          </a:r>
        </a:p>
      </dsp:txBody>
      <dsp:txXfrm>
        <a:off x="5845259" y="363005"/>
        <a:ext cx="2449593" cy="410063"/>
      </dsp:txXfrm>
    </dsp:sp>
    <dsp:sp modelId="{2B39B381-C3F6-40EF-9153-96AC0478B650}">
      <dsp:nvSpPr>
        <dsp:cNvPr id="0" name=""/>
        <dsp:cNvSpPr/>
      </dsp:nvSpPr>
      <dsp:spPr>
        <a:xfrm>
          <a:off x="8732696" y="340822"/>
          <a:ext cx="2493959" cy="45442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output</a:t>
          </a:r>
        </a:p>
      </dsp:txBody>
      <dsp:txXfrm>
        <a:off x="8754879" y="363005"/>
        <a:ext cx="2449593" cy="410063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1/layout/HexagonRadial">
  <dgm:title val="Hexagon Radial"/>
  <dgm:desc val="Use to show a sequential process that relates to a central idea or theme. Limited to six Level 2 shapes. Works best with small amounts of text. Unused text does not appear, but remains available if you switch layouts."/>
  <dgm:catLst>
    <dgm:cat type="cycle" pri="8500"/>
    <dgm:cat type="officeonline" pri="9000"/>
  </dgm:catLst>
  <dgm:sampData>
    <dgm:dataModel>
      <dgm:ptLst>
        <dgm:pt modelId="0" type="doc"/>
        <dgm:pt modelId="10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  <dgm:pt modelId="14">
          <dgm:prSet phldr="1"/>
        </dgm:pt>
        <dgm:pt modelId="15">
          <dgm:prSet phldr="1"/>
        </dgm:pt>
        <dgm:pt modelId="16">
          <dgm:prSet phldr="1"/>
        </dgm:pt>
      </dgm:ptLst>
      <dgm:cxnLst>
        <dgm:cxn modelId="40" srcId="0" destId="10" srcOrd="0" destOrd="0"/>
        <dgm:cxn modelId="50" srcId="10" destId="11" srcOrd="0" destOrd="0"/>
        <dgm:cxn modelId="60" srcId="10" destId="12" srcOrd="0" destOrd="0"/>
        <dgm:cxn modelId="70" srcId="10" destId="13" srcOrd="0" destOrd="0"/>
        <dgm:cxn modelId="80" srcId="10" destId="14" srcOrd="0" destOrd="0"/>
        <dgm:cxn modelId="90" srcId="10" destId="15" srcOrd="0" destOrd="0"/>
        <dgm:cxn modelId="100" srcId="10" destId="16" srcOrd="0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40" srcId="0" destId="10" srcOrd="0" destOrd="0"/>
        <dgm:cxn modelId="50" srcId="10" destId="11" srcOrd="0" destOrd="0"/>
        <dgm:cxn modelId="60" srcId="10" destId="12" srcOrd="0" destOrd="0"/>
        <dgm:cxn modelId="70" srcId="10" destId="13" srcOrd="0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  <dgm:pt modelId="14">
          <dgm:prSet phldr="1"/>
        </dgm:pt>
        <dgm:pt modelId="15">
          <dgm:prSet phldr="1"/>
        </dgm:pt>
        <dgm:pt modelId="16">
          <dgm:prSet phldr="1"/>
        </dgm:pt>
      </dgm:ptLst>
      <dgm:cxnLst>
        <dgm:cxn modelId="40" srcId="0" destId="10" srcOrd="0" destOrd="0"/>
        <dgm:cxn modelId="50" srcId="10" destId="11" srcOrd="0" destOrd="0"/>
        <dgm:cxn modelId="60" srcId="10" destId="12" srcOrd="0" destOrd="0"/>
        <dgm:cxn modelId="70" srcId="10" destId="13" srcOrd="0" destOrd="0"/>
        <dgm:cxn modelId="80" srcId="10" destId="14" srcOrd="0" destOrd="0"/>
        <dgm:cxn modelId="90" srcId="10" destId="15" srcOrd="0" destOrd="0"/>
        <dgm:cxn modelId="100" srcId="10" destId="16" srcOrd="0" destOrd="0"/>
      </dgm:cxnLst>
      <dgm:bg/>
      <dgm:whole/>
    </dgm:dataModel>
  </dgm:clrData>
  <dgm:layoutNode name="Name0">
    <dgm:varLst>
      <dgm:chMax val="1"/>
      <dgm:chPref val="1"/>
      <dgm:dir/>
      <dgm:animOne val="branch"/>
      <dgm:animLvl val="lvl"/>
    </dgm:varLst>
    <dgm:shape xmlns:r="http://schemas.openxmlformats.org/officeDocument/2006/relationships" r:blip="">
      <dgm:adjLst/>
    </dgm:shape>
    <dgm:choose name="Name1">
      <dgm:if name="Name2" func="var" arg="dir" op="equ" val="norm">
        <dgm:choose name="Name3">
          <dgm:if name="Name4" axis="ch ch" ptType="node node" st="1 1" cnt="1 0" func="cnt" op="equ" val="0">
            <dgm:alg type="composite">
              <dgm:param type="ar" val="1.1561"/>
            </dgm:alg>
            <dgm:constrLst>
              <dgm:constr type="primFontSz" for="des" forName="Parent" val="65"/>
              <dgm:constr type="l" for="ch" forName="Parent" refType="w" fact="0"/>
              <dgm:constr type="t" for="ch" forName="Parent" refType="h" fact="0"/>
              <dgm:constr type="w" for="ch" forName="Parent" refType="w"/>
              <dgm:constr type="h" for="ch" forName="Parent" refType="h"/>
            </dgm:constrLst>
          </dgm:if>
          <dgm:if name="Name5" axis="ch ch" ptType="node node" st="1 1" cnt="1 0" func="cnt" op="lte" val="1">
            <dgm:alg type="composite">
              <dgm:param type="ar" val="1.368"/>
            </dgm:alg>
            <dgm:constrLst>
              <dgm:constr type="primFontSz" for="des" forName="Parent" val="65"/>
              <dgm:constr type="primFontSz" for="des" forName="Child1" val="65"/>
              <dgm:constr type="primFontSz" for="des" forName="Child1" refType="primFontSz" refFor="des" refForName="Parent" op="lte"/>
              <dgm:constr type="l" for="ch" forName="Accent1" refType="w" fact="0.1685"/>
              <dgm:constr type="t" for="ch" forName="Accent1" refType="h" fact="0.2946"/>
              <dgm:constr type="w" for="ch" forName="Accent1" refType="w" fact="0.462"/>
              <dgm:constr type="h" for="ch" forName="Accent1" refType="h" fact="0.5472"/>
              <dgm:constr type="l" for="ch" forName="Parent" refType="w" fact="0"/>
              <dgm:constr type="t" for="ch" forName="Parent" refType="h" fact="0.2885"/>
              <dgm:constr type="w" for="ch" forName="Parent" refType="w" fact="0.6013"/>
              <dgm:constr type="h" for="ch" forName="Parent" refType="h" fact="0.7115"/>
              <dgm:constr type="l" for="ch" forName="Child1" refType="w" fact="0.5073"/>
              <dgm:constr type="t" for="ch" forName="Child1" refType="h" fact="0"/>
              <dgm:constr type="w" for="ch" forName="Child1" refType="w" fact="0.4927"/>
              <dgm:constr type="h" for="ch" forName="Child1" refType="h" fact="0.5831"/>
            </dgm:constrLst>
          </dgm:if>
          <dgm:if name="Name6" axis="ch ch" ptType="node node" st="1 1" cnt="1 0" func="cnt" op="equ" val="2">
            <dgm:alg type="composite">
              <dgm:param type="ar" val="1.0619"/>
            </dgm:alg>
            <dgm:constrLst>
              <dgm:constr type="primFontSz" for="des" forName="Parent" val="65"/>
              <dgm:constr type="primFontSz" for="des" forName="Child1" val="65"/>
              <dgm:constr type="primFontSz" for="des" forName="Child1" refType="primFontSz" refFor="des" refForName="Parent" op="lte"/>
              <dgm:constr type="primFontSz" for="des" forName="Child2" refType="primFontSz" refFor="des" refForName="Parent" op="lte"/>
              <dgm:constr type="primFontSz" for="des" forName="Child2" refType="primFontSz" refFor="des" refForName="Child1" op="equ"/>
              <dgm:constr type="l" for="ch" forName="Accent2" refType="w" fact="0.6413"/>
              <dgm:constr type="t" for="ch" forName="Accent2" refType="h" fact="0.3477"/>
              <dgm:constr type="w" for="ch" forName="Accent2" refType="w" fact="0.2269"/>
              <dgm:constr type="h" for="ch" forName="Accent2" refType="h" fact="0.2076"/>
              <dgm:constr type="l" for="ch" forName="Accent1" refType="w" fact="0"/>
              <dgm:constr type="t" for="ch" forName="Accent1" refType="h" fact="0"/>
              <dgm:constr type="w" for="ch" forName="Accent1" refType="w" fact="0"/>
              <dgm:constr type="h" for="ch" forName="Accent1" refType="h" fact="0"/>
              <dgm:constr type="l" for="ch" forName="Parent" refType="w" fact="0"/>
              <dgm:constr type="t" for="ch" forName="Parent" refType="h" fact="0.2239"/>
              <dgm:constr type="w" for="ch" forName="Parent" refType="w" fact="0.6013"/>
              <dgm:constr type="h" for="ch" forName="Parent" refType="h" fact="0.5523"/>
              <dgm:constr type="l" for="ch" forName="Child1" refType="w" fact="0.5073"/>
              <dgm:constr type="t" for="ch" forName="Child1" refType="h" fact="0"/>
              <dgm:constr type="w" for="ch" forName="Child1" refType="w" fact="0.4927"/>
              <dgm:constr type="h" for="ch" forName="Child1" refType="h" fact="0.4527"/>
              <dgm:constr type="l" for="ch" forName="Child2" refType="w" fact="0.5073"/>
              <dgm:constr type="t" for="ch" forName="Child2" refType="h" fact="0.5473"/>
              <dgm:constr type="w" for="ch" forName="Child2" refType="w" fact="0.4927"/>
              <dgm:constr type="h" for="ch" forName="Child2" refType="h" fact="0.4527"/>
            </dgm:constrLst>
          </dgm:if>
          <dgm:if name="Name7" axis="ch ch" ptType="node node" st="1 1" cnt="1 0" func="cnt" op="equ" val="3">
            <dgm:alg type="composite">
              <dgm:param type="ar" val="0.8305"/>
            </dgm:alg>
            <dgm:constrLst>
              <dgm:constr type="primFontSz" for="des" forName="Parent" val="65"/>
              <dgm:constr type="primFontSz" for="des" forName="Child1" val="65"/>
              <dgm:constr type="primFontSz" for="des" forName="Child1" refType="primFontSz" refFor="des" refForName="Parent" op="lte"/>
              <dgm:constr type="primFontSz" for="des" forName="Child2" refType="primFontSz" refFor="des" refForName="Parent" op="lte"/>
              <dgm:constr type="primFontSz" for="des" forName="Child3" refType="primFontSz" refFor="des" refForName="Parent" op="lte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l" for="ch" forName="Accent3" refType="w" fact="0.4573"/>
              <dgm:constr type="t" for="ch" forName="Accent3" refType="h" fact="0.6145"/>
              <dgm:constr type="w" for="ch" forName="Accent3" refType="w" fact="0.2269"/>
              <dgm:constr type="h" for="ch" forName="Accent3" refType="h" fact="0.1623"/>
              <dgm:constr type="l" for="ch" forName="Accent2" refType="w" fact="0.6413"/>
              <dgm:constr type="t" for="ch" forName="Accent2" refType="h" fact="0.2719"/>
              <dgm:constr type="w" for="ch" forName="Accent2" refType="w" fact="0.2269"/>
              <dgm:constr type="h" for="ch" forName="Accent2" refType="h" fact="0.1623"/>
              <dgm:constr type="l" for="ch" forName="Accent1" refType="w" fact="0"/>
              <dgm:constr type="t" for="ch" forName="Accent1" refType="h" fact="0"/>
              <dgm:constr type="w" for="ch" forName="Accent1" refType="w" fact="0"/>
              <dgm:constr type="h" for="ch" forName="Accent1" refType="h" fact="0"/>
              <dgm:constr type="l" for="ch" forName="Child3" refType="w" fact="0.0554"/>
              <dgm:constr type="t" for="ch" forName="Child3" refType="h" fact="0.646"/>
              <dgm:constr type="w" for="ch" forName="Child3" refType="w" fact="0.4927"/>
              <dgm:constr type="h" for="ch" forName="Child3" refType="h" fact="0.354"/>
              <dgm:constr type="l" for="ch" forName="Parent" refType="w" fact="0"/>
              <dgm:constr type="t" for="ch" forName="Parent" refType="h" fact="0.1751"/>
              <dgm:constr type="w" for="ch" forName="Parent" refType="w" fact="0.6013"/>
              <dgm:constr type="h" for="ch" forName="Parent" refType="h" fact="0.4319"/>
              <dgm:constr type="l" for="ch" forName="Child1" refType="w" fact="0.5073"/>
              <dgm:constr type="t" for="ch" forName="Child1" refType="h" fact="0"/>
              <dgm:constr type="w" for="ch" forName="Child1" refType="w" fact="0.4927"/>
              <dgm:constr type="h" for="ch" forName="Child1" refType="h" fact="0.354"/>
              <dgm:constr type="l" for="ch" forName="Child2" refType="w" fact="0.5073"/>
              <dgm:constr type="t" for="ch" forName="Child2" refType="h" fact="0.428"/>
              <dgm:constr type="w" for="ch" forName="Child2" refType="w" fact="0.4927"/>
              <dgm:constr type="h" for="ch" forName="Child2" refType="h" fact="0.354"/>
            </dgm:constrLst>
          </dgm:if>
          <dgm:if name="Name8" axis="ch ch" ptType="node node" st="1 1" cnt="1 0" func="cnt" op="equ" val="4">
            <dgm:alg type="composite">
              <dgm:param type="ar" val="0.682"/>
            </dgm:alg>
            <dgm:constrLst>
              <dgm:constr type="primFontSz" for="des" forName="Parent" val="65"/>
              <dgm:constr type="primFontSz" for="des" forName="Child1" val="65"/>
              <dgm:constr type="primFontSz" for="des" forName="Child1" refType="primFontSz" refFor="des" refForName="Parent" op="lte"/>
              <dgm:constr type="primFontSz" for="des" forName="Child2" refType="primFontSz" refFor="des" refForName="Parent" op="lte"/>
              <dgm:constr type="primFontSz" for="des" forName="Child3" refType="primFontSz" refFor="des" refForName="Parent" op="lte"/>
              <dgm:constr type="primFontSz" for="des" forName="Child4" refType="primFontSz" refFor="des" refForName="Parent" op="lte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l" for="ch" forName="Accent4" refType="w" fact="0.4573"/>
              <dgm:constr type="t" for="ch" forName="Accent4" refType="h" fact="0.6834"/>
              <dgm:constr type="w" for="ch" forName="Accent4" refType="w" fact="0.2269"/>
              <dgm:constr type="h" for="ch" forName="Accent4" refType="h" fact="0.1333"/>
              <dgm:constr type="l" for="ch" forName="Accent3" refType="w" fact="0.6413"/>
              <dgm:constr type="t" for="ch" forName="Accent3" refType="h" fact="0.4021"/>
              <dgm:constr type="w" for="ch" forName="Accent3" refType="w" fact="0.2269"/>
              <dgm:constr type="h" for="ch" forName="Accent3" refType="h" fact="0.1333"/>
              <dgm:constr type="l" for="ch" forName="Accent2" refType="w" fact="0.3765"/>
              <dgm:constr type="t" for="ch" forName="Accent2" refType="h" fact="0.1529"/>
              <dgm:constr type="w" for="ch" forName="Accent2" refType="w" fact="0.2269"/>
              <dgm:constr type="h" for="ch" forName="Accent2" refType="h" fact="0.1333"/>
              <dgm:constr type="l" for="ch" forName="Accent1" refType="w" fact="0"/>
              <dgm:constr type="t" for="ch" forName="Accent1" refType="h" fact="0"/>
              <dgm:constr type="w" for="ch" forName="Accent1" refType="w" fact="0"/>
              <dgm:constr type="h" for="ch" forName="Accent1" refType="h" fact="0"/>
              <dgm:constr type="l" for="ch" forName="Child4" refType="w" fact="0.0554"/>
              <dgm:constr type="t" for="ch" forName="Child4" refType="h" fact="0.7093"/>
              <dgm:constr type="w" for="ch" forName="Child4" refType="w" fact="0.4927"/>
              <dgm:constr type="h" for="ch" forName="Child4" refType="h" fact="0.2907"/>
              <dgm:constr type="l" for="ch" forName="Parent" refType="w" fact="0"/>
              <dgm:constr type="t" for="ch" forName="Parent" refType="h" fact="0.3226"/>
              <dgm:constr type="w" for="ch" forName="Parent" refType="w" fact="0.6013"/>
              <dgm:constr type="h" for="ch" forName="Parent" refType="h" fact="0.3547"/>
              <dgm:constr type="l" for="ch" forName="Child2" refType="w" fact="0.5073"/>
              <dgm:constr type="t" for="ch" forName="Child2" refType="h" fact="0.1788"/>
              <dgm:constr type="w" for="ch" forName="Child2" refType="w" fact="0.4927"/>
              <dgm:constr type="h" for="ch" forName="Child2" refType="h" fact="0.2907"/>
              <dgm:constr type="l" for="ch" forName="Child3" refType="w" fact="0.5073"/>
              <dgm:constr type="t" for="ch" forName="Child3" refType="h" fact="0.5303"/>
              <dgm:constr type="w" for="ch" forName="Child3" refType="w" fact="0.4927"/>
              <dgm:constr type="h" for="ch" forName="Child3" refType="h" fact="0.2907"/>
              <dgm:constr type="l" for="ch" forName="Child1" refType="w" fact="0.0554"/>
              <dgm:constr type="t" for="ch" forName="Child1" refType="h" fact="0"/>
              <dgm:constr type="w" for="ch" forName="Child1" refType="w" fact="0.4927"/>
              <dgm:constr type="h" for="ch" forName="Child1" refType="h" fact="0.2907"/>
            </dgm:constrLst>
          </dgm:if>
          <dgm:if name="Name9" axis="ch ch" ptType="node node" st="1 1" cnt="1 0" func="cnt" op="equ" val="5">
            <dgm:alg type="composite">
              <dgm:param type="ar" val="0.9538"/>
            </dgm:alg>
            <dgm:constrLst>
              <dgm:constr type="primFontSz" for="des" forName="Parent" val="65"/>
              <dgm:constr type="primFontSz" for="des" forName="Child1" val="65"/>
              <dgm:constr type="primFontSz" for="des" forName="Child1" refType="primFontSz" refFor="des" refForName="Parent" op="lte"/>
              <dgm:constr type="primFontSz" for="des" forName="Child2" refType="primFontSz" refFor="des" refForName="Parent" op="lte"/>
              <dgm:constr type="primFontSz" for="des" forName="Child3" refType="primFontSz" refFor="des" refForName="Parent" op="lte"/>
              <dgm:constr type="primFontSz" for="des" forName="Child4" refType="primFontSz" refFor="des" refForName="Parent" op="lte"/>
              <dgm:constr type="primFontSz" for="des" forName="Child5" refType="primFontSz" refFor="des" refForName="Parent" op="lte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l" for="ch" forName="Accent5" refType="w" fact="0.2858"/>
              <dgm:constr type="t" for="ch" forName="Accent5" refType="h" fact="0.7126"/>
              <dgm:constr type="w" for="ch" forName="Accent5" refType="w" fact="0.1622"/>
              <dgm:constr type="h" for="ch" forName="Accent5" refType="h" fact="0.1333"/>
              <dgm:constr type="l" for="ch" forName="Accent4" refType="w" fact="0.612"/>
              <dgm:constr type="t" for="ch" forName="Accent4" refType="h" fact="0.6834"/>
              <dgm:constr type="w" for="ch" forName="Accent4" refType="w" fact="0.1622"/>
              <dgm:constr type="h" for="ch" forName="Accent4" refType="h" fact="0.1333"/>
              <dgm:constr type="l" for="ch" forName="Accent3" refType="w" fact="0.7435"/>
              <dgm:constr type="t" for="ch" forName="Accent3" refType="h" fact="0.4021"/>
              <dgm:constr type="w" for="ch" forName="Accent3" refType="w" fact="0.1622"/>
              <dgm:constr type="h" for="ch" forName="Accent3" refType="h" fact="0.1333"/>
              <dgm:constr type="l" for="ch" forName="Accent2" refType="w" fact="0.5542"/>
              <dgm:constr type="t" for="ch" forName="Accent2" refType="h" fact="0.1529"/>
              <dgm:constr type="w" for="ch" forName="Accent2" refType="w" fact="0.1622"/>
              <dgm:constr type="h" for="ch" forName="Accent2" refType="h" fact="0.1333"/>
              <dgm:constr type="l" for="ch" forName="Accent1" refType="w" fact="0"/>
              <dgm:constr type="t" for="ch" forName="Accent1" refType="h" fact="0"/>
              <dgm:constr type="w" for="ch" forName="Accent1" refType="w" fact="0"/>
              <dgm:constr type="h" for="ch" forName="Accent1" refType="h" fact="0"/>
              <dgm:constr type="l" for="ch" forName="Child4" refType="w" fact="0.3246"/>
              <dgm:constr type="t" for="ch" forName="Child4" refType="h" fact="0.7093"/>
              <dgm:constr type="w" for="ch" forName="Child4" refType="w" fact="0.3523"/>
              <dgm:constr type="h" for="ch" forName="Child4" refType="h" fact="0.2907"/>
              <dgm:constr type="l" for="ch" forName="Parent" refType="w" fact="0.285"/>
              <dgm:constr type="t" for="ch" forName="Parent" refType="h" fact="0.3226"/>
              <dgm:constr type="w" for="ch" forName="Parent" refType="w" fact="0.4299"/>
              <dgm:constr type="h" for="ch" forName="Parent" refType="h" fact="0.3547"/>
              <dgm:constr type="l" for="ch" forName="Child2" refType="w" fact="0.6477"/>
              <dgm:constr type="t" for="ch" forName="Child2" refType="h" fact="0.1788"/>
              <dgm:constr type="w" for="ch" forName="Child2" refType="w" fact="0.3523"/>
              <dgm:constr type="h" for="ch" forName="Child2" refType="h" fact="0.2907"/>
              <dgm:constr type="l" for="ch" forName="Child3" refType="w" fact="0.6477"/>
              <dgm:constr type="t" for="ch" forName="Child3" refType="h" fact="0.5303"/>
              <dgm:constr type="w" for="ch" forName="Child3" refType="w" fact="0.3523"/>
              <dgm:constr type="h" for="ch" forName="Child3" refType="h" fact="0.2907"/>
              <dgm:constr type="l" for="ch" forName="Child5" refType="w" fact="0"/>
              <dgm:constr type="t" for="ch" forName="Child5" refType="h" fact="0.5305"/>
              <dgm:constr type="w" for="ch" forName="Child5" refType="w" fact="0.3523"/>
              <dgm:constr type="h" for="ch" forName="Child5" refType="h" fact="0.2907"/>
              <dgm:constr type="l" for="ch" forName="Child1" refType="w" fact="0.3246"/>
              <dgm:constr type="t" for="ch" forName="Child1" refType="h" fact="0"/>
              <dgm:constr type="w" for="ch" forName="Child1" refType="w" fact="0.3523"/>
              <dgm:constr type="h" for="ch" forName="Child1" refType="h" fact="0.2907"/>
            </dgm:constrLst>
          </dgm:if>
          <dgm:else name="Name10">
            <dgm:alg type="composite">
              <dgm:param type="ar" val="0.9538"/>
            </dgm:alg>
            <dgm:constrLst>
              <dgm:constr type="primFontSz" for="des" forName="Parent" val="65"/>
              <dgm:constr type="primFontSz" for="des" forName="Child1" val="65"/>
              <dgm:constr type="primFontSz" for="des" forName="Child1" refType="primFontSz" refFor="des" refForName="Parent" op="lte"/>
              <dgm:constr type="primFontSz" for="des" forName="Child2" refType="primFontSz" refFor="des" refForName="Parent" op="lte"/>
              <dgm:constr type="primFontSz" for="des" forName="Child3" refType="primFontSz" refFor="des" refForName="Parent" op="lte"/>
              <dgm:constr type="primFontSz" for="des" forName="Child4" refType="primFontSz" refFor="des" refForName="Parent" op="lte"/>
              <dgm:constr type="primFontSz" for="des" forName="Child5" refType="primFontSz" refFor="des" refForName="Parent" op="lte"/>
              <dgm:constr type="primFontSz" for="des" forName="Child6" refType="primFontSz" refFor="des" refForName="Parent" op="lte"/>
              <dgm:constr type="primFontSz" for="des" forName="Child7" refType="primFontSz" refFor="des" refForName="Parent" op="lte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ptType="node" op="equ" val="65"/>
              <dgm:constr type="l" for="ch" forName="Accent6" refType="w" fact="0.0934"/>
              <dgm:constr type="t" for="ch" forName="Accent6" refType="h" fact="0.4635"/>
              <dgm:constr type="w" for="ch" forName="Accent6" refType="w" fact="0.1622"/>
              <dgm:constr type="h" for="ch" forName="Accent6" refType="h" fact="0.1333"/>
              <dgm:constr type="l" for="ch" forName="Accent5" refType="w" fact="0.2858"/>
              <dgm:constr type="t" for="ch" forName="Accent5" refType="h" fact="0.7126"/>
              <dgm:constr type="w" for="ch" forName="Accent5" refType="w" fact="0.1622"/>
              <dgm:constr type="h" for="ch" forName="Accent5" refType="h" fact="0.1333"/>
              <dgm:constr type="l" for="ch" forName="Accent4" refType="w" fact="0.612"/>
              <dgm:constr type="t" for="ch" forName="Accent4" refType="h" fact="0.6834"/>
              <dgm:constr type="w" for="ch" forName="Accent4" refType="w" fact="0.1622"/>
              <dgm:constr type="h" for="ch" forName="Accent4" refType="h" fact="0.1333"/>
              <dgm:constr type="l" for="ch" forName="Accent3" refType="w" fact="0.7435"/>
              <dgm:constr type="t" for="ch" forName="Accent3" refType="h" fact="0.4021"/>
              <dgm:constr type="w" for="ch" forName="Accent3" refType="w" fact="0.1622"/>
              <dgm:constr type="h" for="ch" forName="Accent3" refType="h" fact="0.1333"/>
              <dgm:constr type="l" for="ch" forName="Accent2" refType="w" fact="0.5542"/>
              <dgm:constr type="t" for="ch" forName="Accent2" refType="h" fact="0.1529"/>
              <dgm:constr type="w" for="ch" forName="Accent2" refType="w" fact="0.1622"/>
              <dgm:constr type="h" for="ch" forName="Accent2" refType="h" fact="0.1333"/>
              <dgm:constr type="l" for="ch" forName="Accent1" refType="w" fact="0"/>
              <dgm:constr type="t" for="ch" forName="Accent1" refType="h" fact="0"/>
              <dgm:constr type="w" for="ch" forName="Accent1" refType="w" fact="0"/>
              <dgm:constr type="h" for="ch" forName="Accent1" refType="h" fact="0"/>
              <dgm:constr type="l" for="ch" forName="Child4" refType="w" fact="0.3246"/>
              <dgm:constr type="t" for="ch" forName="Child4" refType="h" fact="0.7093"/>
              <dgm:constr type="w" for="ch" forName="Child4" refType="w" fact="0.3523"/>
              <dgm:constr type="h" for="ch" forName="Child4" refType="h" fact="0.2907"/>
              <dgm:constr type="l" for="ch" forName="Parent" refType="w" fact="0.285"/>
              <dgm:constr type="t" for="ch" forName="Parent" refType="h" fact="0.3226"/>
              <dgm:constr type="w" for="ch" forName="Parent" refType="w" fact="0.4299"/>
              <dgm:constr type="h" for="ch" forName="Parent" refType="h" fact="0.3547"/>
              <dgm:constr type="l" for="ch" forName="Child2" refType="w" fact="0.6477"/>
              <dgm:constr type="t" for="ch" forName="Child2" refType="h" fact="0.1788"/>
              <dgm:constr type="w" for="ch" forName="Child2" refType="w" fact="0.3523"/>
              <dgm:constr type="h" for="ch" forName="Child2" refType="h" fact="0.2907"/>
              <dgm:constr type="l" for="ch" forName="Child3" refType="w" fact="0.6477"/>
              <dgm:constr type="t" for="ch" forName="Child3" refType="h" fact="0.5303"/>
              <dgm:constr type="w" for="ch" forName="Child3" refType="w" fact="0.3523"/>
              <dgm:constr type="h" for="ch" forName="Child3" refType="h" fact="0.2907"/>
              <dgm:constr type="l" for="ch" forName="Child5" refType="w" fact="0"/>
              <dgm:constr type="t" for="ch" forName="Child5" refType="h" fact="0.5305"/>
              <dgm:constr type="w" for="ch" forName="Child5" refType="w" fact="0.3523"/>
              <dgm:constr type="h" for="ch" forName="Child5" refType="h" fact="0.2907"/>
              <dgm:constr type="l" for="ch" forName="Child6" refType="w" fact="0"/>
              <dgm:constr type="t" for="ch" forName="Child6" refType="h" fact="0.1784"/>
              <dgm:constr type="w" for="ch" forName="Child6" refType="w" fact="0.3523"/>
              <dgm:constr type="h" for="ch" forName="Child6" refType="h" fact="0.2907"/>
              <dgm:constr type="l" for="ch" forName="Child1" refType="w" fact="0.3246"/>
              <dgm:constr type="t" for="ch" forName="Child1" refType="h" fact="0"/>
              <dgm:constr type="w" for="ch" forName="Child1" refType="w" fact="0.3523"/>
              <dgm:constr type="h" for="ch" forName="Child1" refType="h" fact="0.2907"/>
            </dgm:constrLst>
          </dgm:else>
        </dgm:choose>
      </dgm:if>
      <dgm:else name="Name11">
        <dgm:choose name="Name12">
          <dgm:if name="Name13" axis="ch ch" ptType="node node" st="1 1" cnt="1 0" func="cnt" op="equ" val="0">
            <dgm:alg type="composite">
              <dgm:param type="ar" val="1.1561"/>
            </dgm:alg>
            <dgm:constrLst>
              <dgm:constr type="primFontSz" for="des" forName="Parent" val="65"/>
              <dgm:constr type="l" for="ch" forName="Parent" refType="w" fact="0"/>
              <dgm:constr type="t" for="ch" forName="Parent" refType="h" fact="0"/>
              <dgm:constr type="w" for="ch" forName="Parent" refType="w"/>
              <dgm:constr type="h" for="ch" forName="Parent" refType="h"/>
            </dgm:constrLst>
          </dgm:if>
          <dgm:if name="Name14" axis="ch ch" ptType="node node" st="1 1" cnt="1 0" func="cnt" op="lte" val="1">
            <dgm:alg type="composite">
              <dgm:param type="ar" val="1.368"/>
            </dgm:alg>
            <dgm:constrLst>
              <dgm:constr type="primFontSz" for="des" forName="Parent" val="65"/>
              <dgm:constr type="primFontSz" for="des" forName="Child1" val="65"/>
              <dgm:constr type="primFontSz" for="des" forName="Child1" refType="primFontSz" refFor="des" refForName="Parent" op="lte"/>
              <dgm:constr type="r" for="ch" forName="Accent1" refType="w" fact="0.8315"/>
              <dgm:constr type="t" for="ch" forName="Accent1" refType="h" fact="0.2946"/>
              <dgm:constr type="w" for="ch" forName="Accent1" refType="w" fact="0.462"/>
              <dgm:constr type="h" for="ch" forName="Accent1" refType="h" fact="0.5472"/>
              <dgm:constr type="r" for="ch" forName="Parent" refType="w"/>
              <dgm:constr type="t" for="ch" forName="Parent" refType="h" fact="0.2885"/>
              <dgm:constr type="w" for="ch" forName="Parent" refType="w" fact="0.6013"/>
              <dgm:constr type="h" for="ch" forName="Parent" refType="h" fact="0.7115"/>
              <dgm:constr type="r" for="ch" forName="Child1" refType="w" fact="0.4927"/>
              <dgm:constr type="t" for="ch" forName="Child1" refType="h" fact="0"/>
              <dgm:constr type="w" for="ch" forName="Child1" refType="w" fact="0.4927"/>
              <dgm:constr type="h" for="ch" forName="Child1" refType="h" fact="0.5831"/>
            </dgm:constrLst>
          </dgm:if>
          <dgm:if name="Name15" axis="ch ch" ptType="node node" st="1 1" cnt="1 0" func="cnt" op="equ" val="2">
            <dgm:alg type="composite">
              <dgm:param type="ar" val="1.0619"/>
            </dgm:alg>
            <dgm:constrLst>
              <dgm:constr type="primFontSz" for="des" forName="Parent" val="65"/>
              <dgm:constr type="primFontSz" for="des" forName="Child1" val="65"/>
              <dgm:constr type="primFontSz" for="des" forName="Child1" refType="primFontSz" refFor="des" refForName="Parent" op="lte"/>
              <dgm:constr type="primFontSz" for="des" forName="Child2" refType="primFontSz" refFor="des" refForName="Parent" op="lte"/>
              <dgm:constr type="primFontSz" for="des" forName="Child2" refType="primFontSz" refFor="des" refForName="Child1" op="equ"/>
              <dgm:constr type="r" for="ch" forName="Accent2" refType="w" fact="0.3587"/>
              <dgm:constr type="t" for="ch" forName="Accent2" refType="h" fact="0.3477"/>
              <dgm:constr type="w" for="ch" forName="Accent2" refType="w" fact="0.2269"/>
              <dgm:constr type="h" for="ch" forName="Accent2" refType="h" fact="0.2076"/>
              <dgm:constr type="r" for="ch" forName="Accent1" refType="w" fact="0"/>
              <dgm:constr type="t" for="ch" forName="Accent1" refType="h" fact="0"/>
              <dgm:constr type="w" for="ch" forName="Accent1" refType="w" fact="0"/>
              <dgm:constr type="h" for="ch" forName="Accent1" refType="h" fact="0"/>
              <dgm:constr type="r" for="ch" forName="Parent" refType="w"/>
              <dgm:constr type="t" for="ch" forName="Parent" refType="h" fact="0.2239"/>
              <dgm:constr type="w" for="ch" forName="Parent" refType="w" fact="0.6013"/>
              <dgm:constr type="h" for="ch" forName="Parent" refType="h" fact="0.5523"/>
              <dgm:constr type="r" for="ch" forName="Child1" refType="w" fact="0.4927"/>
              <dgm:constr type="t" for="ch" forName="Child1" refType="h" fact="0"/>
              <dgm:constr type="w" for="ch" forName="Child1" refType="w" fact="0.4927"/>
              <dgm:constr type="h" for="ch" forName="Child1" refType="h" fact="0.4527"/>
              <dgm:constr type="r" for="ch" forName="Child2" refType="w" fact="0.5073"/>
              <dgm:constr type="t" for="ch" forName="Child2" refType="h" fact="0.5473"/>
              <dgm:constr type="w" for="ch" forName="Child2" refType="w" fact="0.4927"/>
              <dgm:constr type="h" for="ch" forName="Child2" refType="h" fact="0.4527"/>
            </dgm:constrLst>
          </dgm:if>
          <dgm:if name="Name16" axis="ch ch" ptType="node node" st="1 1" cnt="1 0" func="cnt" op="equ" val="3">
            <dgm:alg type="composite">
              <dgm:param type="ar" val="0.8305"/>
            </dgm:alg>
            <dgm:constrLst>
              <dgm:constr type="primFontSz" for="des" forName="Parent" val="65"/>
              <dgm:constr type="primFontSz" for="des" forName="Child1" val="65"/>
              <dgm:constr type="primFontSz" for="des" forName="Child1" refType="primFontSz" refFor="des" refForName="Parent" op="lte"/>
              <dgm:constr type="primFontSz" for="des" forName="Child2" refType="primFontSz" refFor="des" refForName="Parent" op="lte"/>
              <dgm:constr type="primFontSz" for="des" forName="Child3" refType="primFontSz" refFor="des" refForName="Parent" op="lte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r" for="ch" forName="Accent3" refType="w" fact="0.5427"/>
              <dgm:constr type="t" for="ch" forName="Accent3" refType="h" fact="0.6145"/>
              <dgm:constr type="w" for="ch" forName="Accent3" refType="w" fact="0.2269"/>
              <dgm:constr type="h" for="ch" forName="Accent3" refType="h" fact="0.1623"/>
              <dgm:constr type="r" for="ch" forName="Accent2" refType="w" fact="0.3587"/>
              <dgm:constr type="t" for="ch" forName="Accent2" refType="h" fact="0.2719"/>
              <dgm:constr type="w" for="ch" forName="Accent2" refType="w" fact="0.2269"/>
              <dgm:constr type="h" for="ch" forName="Accent2" refType="h" fact="0.1623"/>
              <dgm:constr type="r" for="ch" forName="Accent1" refType="w" fact="0"/>
              <dgm:constr type="t" for="ch" forName="Accent1" refType="h" fact="0"/>
              <dgm:constr type="w" for="ch" forName="Accent1" refType="w" fact="0"/>
              <dgm:constr type="h" for="ch" forName="Accent1" refType="h" fact="0"/>
              <dgm:constr type="r" for="ch" forName="Child3" refType="w" fact="0.9446"/>
              <dgm:constr type="t" for="ch" forName="Child3" refType="h" fact="0.646"/>
              <dgm:constr type="w" for="ch" forName="Child3" refType="w" fact="0.4927"/>
              <dgm:constr type="h" for="ch" forName="Child3" refType="h" fact="0.354"/>
              <dgm:constr type="r" for="ch" forName="Parent" refType="w"/>
              <dgm:constr type="t" for="ch" forName="Parent" refType="h" fact="0.1751"/>
              <dgm:constr type="w" for="ch" forName="Parent" refType="w" fact="0.6013"/>
              <dgm:constr type="h" for="ch" forName="Parent" refType="h" fact="0.4319"/>
              <dgm:constr type="r" for="ch" forName="Child1" refType="w" fact="0.4927"/>
              <dgm:constr type="t" for="ch" forName="Child1" refType="h" fact="0"/>
              <dgm:constr type="w" for="ch" forName="Child1" refType="w" fact="0.4927"/>
              <dgm:constr type="h" for="ch" forName="Child1" refType="h" fact="0.354"/>
              <dgm:constr type="r" for="ch" forName="Child2" refType="w" fact="0.4927"/>
              <dgm:constr type="t" for="ch" forName="Child2" refType="h" fact="0.428"/>
              <dgm:constr type="w" for="ch" forName="Child2" refType="w" fact="0.4927"/>
              <dgm:constr type="h" for="ch" forName="Child2" refType="h" fact="0.354"/>
            </dgm:constrLst>
          </dgm:if>
          <dgm:if name="Name17" axis="ch ch" ptType="node node" st="1 1" cnt="1 0" func="cnt" op="equ" val="4">
            <dgm:alg type="composite">
              <dgm:param type="ar" val="0.682"/>
            </dgm:alg>
            <dgm:constrLst>
              <dgm:constr type="primFontSz" for="des" forName="Parent" val="65"/>
              <dgm:constr type="primFontSz" for="des" forName="Child1" val="65"/>
              <dgm:constr type="primFontSz" for="des" forName="Child1" refType="primFontSz" refFor="des" refForName="Parent" op="lte"/>
              <dgm:constr type="primFontSz" for="des" forName="Child2" refType="primFontSz" refFor="des" refForName="Parent" op="lte"/>
              <dgm:constr type="primFontSz" for="des" forName="Child3" refType="primFontSz" refFor="des" refForName="Parent" op="lte"/>
              <dgm:constr type="primFontSz" for="des" forName="Child4" refType="primFontSz" refFor="des" refForName="Parent" op="lte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r" for="ch" forName="Accent4" refType="w" fact="0.5427"/>
              <dgm:constr type="t" for="ch" forName="Accent4" refType="h" fact="0.6834"/>
              <dgm:constr type="w" for="ch" forName="Accent4" refType="w" fact="0.2269"/>
              <dgm:constr type="h" for="ch" forName="Accent4" refType="h" fact="0.1333"/>
              <dgm:constr type="r" for="ch" forName="Accent3" refType="w" fact="0.3587"/>
              <dgm:constr type="t" for="ch" forName="Accent3" refType="h" fact="0.4021"/>
              <dgm:constr type="w" for="ch" forName="Accent3" refType="w" fact="0.2269"/>
              <dgm:constr type="h" for="ch" forName="Accent3" refType="h" fact="0.1333"/>
              <dgm:constr type="r" for="ch" forName="Accent2" refType="w" fact="0.6235"/>
              <dgm:constr type="t" for="ch" forName="Accent2" refType="h" fact="0.1529"/>
              <dgm:constr type="w" for="ch" forName="Accent2" refType="w" fact="0.2269"/>
              <dgm:constr type="h" for="ch" forName="Accent2" refType="h" fact="0.1333"/>
              <dgm:constr type="r" for="ch" forName="Accent1" refType="w" fact="0"/>
              <dgm:constr type="t" for="ch" forName="Accent1" refType="h" fact="0"/>
              <dgm:constr type="w" for="ch" forName="Accent1" refType="w" fact="0"/>
              <dgm:constr type="h" for="ch" forName="Accent1" refType="h" fact="0"/>
              <dgm:constr type="r" for="ch" forName="Child4" refType="w" fact="0.9446"/>
              <dgm:constr type="t" for="ch" forName="Child4" refType="h" fact="0.7093"/>
              <dgm:constr type="w" for="ch" forName="Child4" refType="w" fact="0.4927"/>
              <dgm:constr type="h" for="ch" forName="Child4" refType="h" fact="0.2907"/>
              <dgm:constr type="r" for="ch" forName="Parent" refType="w"/>
              <dgm:constr type="t" for="ch" forName="Parent" refType="h" fact="0.3226"/>
              <dgm:constr type="w" for="ch" forName="Parent" refType="w" fact="0.6013"/>
              <dgm:constr type="h" for="ch" forName="Parent" refType="h" fact="0.3547"/>
              <dgm:constr type="r" for="ch" forName="Child2" refType="w" fact="0.4927"/>
              <dgm:constr type="t" for="ch" forName="Child2" refType="h" fact="0.1788"/>
              <dgm:constr type="w" for="ch" forName="Child2" refType="w" fact="0.4927"/>
              <dgm:constr type="h" for="ch" forName="Child2" refType="h" fact="0.2907"/>
              <dgm:constr type="r" for="ch" forName="Child3" refType="w" fact="0.4927"/>
              <dgm:constr type="t" for="ch" forName="Child3" refType="h" fact="0.5303"/>
              <dgm:constr type="w" for="ch" forName="Child3" refType="w" fact="0.4927"/>
              <dgm:constr type="h" for="ch" forName="Child3" refType="h" fact="0.2907"/>
              <dgm:constr type="r" for="ch" forName="Child1" refType="w" fact="0.9446"/>
              <dgm:constr type="t" for="ch" forName="Child1" refType="h" fact="0"/>
              <dgm:constr type="w" for="ch" forName="Child1" refType="w" fact="0.4927"/>
              <dgm:constr type="h" for="ch" forName="Child1" refType="h" fact="0.2907"/>
            </dgm:constrLst>
          </dgm:if>
          <dgm:if name="Name18" axis="ch ch" ptType="node node" st="1 1" cnt="1 0" func="cnt" op="equ" val="5">
            <dgm:alg type="composite">
              <dgm:param type="ar" val="0.9538"/>
            </dgm:alg>
            <dgm:constrLst>
              <dgm:constr type="primFontSz" for="des" forName="Parent" val="65"/>
              <dgm:constr type="primFontSz" for="des" forName="Child1" val="65"/>
              <dgm:constr type="primFontSz" for="des" forName="Child1" refType="primFontSz" refFor="des" refForName="Parent" op="lte"/>
              <dgm:constr type="primFontSz" for="des" forName="Child2" refType="primFontSz" refFor="des" refForName="Parent" op="lte"/>
              <dgm:constr type="primFontSz" for="des" forName="Child3" refType="primFontSz" refFor="des" refForName="Parent" op="lte"/>
              <dgm:constr type="primFontSz" for="des" forName="Child4" refType="primFontSz" refFor="des" refForName="Parent" op="lte"/>
              <dgm:constr type="primFontSz" for="des" forName="Child5" refType="primFontSz" refFor="des" refForName="Parent" op="lte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r" for="ch" forName="Accent5" refType="w" fact="0.7142"/>
              <dgm:constr type="t" for="ch" forName="Accent5" refType="h" fact="0.7126"/>
              <dgm:constr type="w" for="ch" forName="Accent5" refType="w" fact="0.1622"/>
              <dgm:constr type="h" for="ch" forName="Accent5" refType="h" fact="0.1333"/>
              <dgm:constr type="r" for="ch" forName="Accent4" refType="w" fact="0.388"/>
              <dgm:constr type="t" for="ch" forName="Accent4" refType="h" fact="0.6834"/>
              <dgm:constr type="w" for="ch" forName="Accent4" refType="w" fact="0.1622"/>
              <dgm:constr type="h" for="ch" forName="Accent4" refType="h" fact="0.1333"/>
              <dgm:constr type="r" for="ch" forName="Accent3" refType="w" fact="0.2565"/>
              <dgm:constr type="t" for="ch" forName="Accent3" refType="h" fact="0.4021"/>
              <dgm:constr type="w" for="ch" forName="Accent3" refType="w" fact="0.1622"/>
              <dgm:constr type="h" for="ch" forName="Accent3" refType="h" fact="0.1333"/>
              <dgm:constr type="r" for="ch" forName="Accent2" refType="w" fact="0.4458"/>
              <dgm:constr type="t" for="ch" forName="Accent2" refType="h" fact="0.1529"/>
              <dgm:constr type="w" for="ch" forName="Accent2" refType="w" fact="0.1622"/>
              <dgm:constr type="h" for="ch" forName="Accent2" refType="h" fact="0.1333"/>
              <dgm:constr type="r" for="ch" forName="Accent1" refType="w" fact="0"/>
              <dgm:constr type="t" for="ch" forName="Accent1" refType="h" fact="0"/>
              <dgm:constr type="w" for="ch" forName="Accent1" refType="w" fact="0"/>
              <dgm:constr type="h" for="ch" forName="Accent1" refType="h" fact="0"/>
              <dgm:constr type="r" for="ch" forName="Child4" refType="w" fact="0.6754"/>
              <dgm:constr type="t" for="ch" forName="Child4" refType="h" fact="0.7093"/>
              <dgm:constr type="w" for="ch" forName="Child4" refType="w" fact="0.3523"/>
              <dgm:constr type="h" for="ch" forName="Child4" refType="h" fact="0.2907"/>
              <dgm:constr type="r" for="ch" forName="Parent" refType="w" fact="0.715"/>
              <dgm:constr type="t" for="ch" forName="Parent" refType="h" fact="0.3226"/>
              <dgm:constr type="w" for="ch" forName="Parent" refType="w" fact="0.4299"/>
              <dgm:constr type="h" for="ch" forName="Parent" refType="h" fact="0.3547"/>
              <dgm:constr type="r" for="ch" forName="Child2" refType="w" fact="0.3523"/>
              <dgm:constr type="t" for="ch" forName="Child2" refType="h" fact="0.1788"/>
              <dgm:constr type="w" for="ch" forName="Child2" refType="w" fact="0.3523"/>
              <dgm:constr type="h" for="ch" forName="Child2" refType="h" fact="0.2907"/>
              <dgm:constr type="r" for="ch" forName="Child3" refType="w" fact="0.3523"/>
              <dgm:constr type="t" for="ch" forName="Child3" refType="h" fact="0.5303"/>
              <dgm:constr type="w" for="ch" forName="Child3" refType="w" fact="0.3523"/>
              <dgm:constr type="h" for="ch" forName="Child3" refType="h" fact="0.2907"/>
              <dgm:constr type="r" for="ch" forName="Child5" refType="w"/>
              <dgm:constr type="t" for="ch" forName="Child5" refType="h" fact="0.5305"/>
              <dgm:constr type="w" for="ch" forName="Child5" refType="w" fact="0.3523"/>
              <dgm:constr type="h" for="ch" forName="Child5" refType="h" fact="0.2907"/>
              <dgm:constr type="r" for="ch" forName="Child1" refType="w" fact="0.6754"/>
              <dgm:constr type="t" for="ch" forName="Child1" refType="h" fact="0"/>
              <dgm:constr type="w" for="ch" forName="Child1" refType="w" fact="0.3523"/>
              <dgm:constr type="h" for="ch" forName="Child1" refType="h" fact="0.2907"/>
            </dgm:constrLst>
          </dgm:if>
          <dgm:else name="Name19">
            <dgm:alg type="composite">
              <dgm:param type="ar" val="0.9538"/>
            </dgm:alg>
            <dgm:constrLst>
              <dgm:constr type="primFontSz" for="des" forName="Parent" val="65"/>
              <dgm:constr type="primFontSz" for="des" forName="Child1" val="65"/>
              <dgm:constr type="primFontSz" for="des" forName="Child1" refType="primFontSz" refFor="des" refForName="Parent" op="lte"/>
              <dgm:constr type="primFontSz" for="des" forName="Child2" refType="primFontSz" refFor="des" refForName="Parent" op="lte"/>
              <dgm:constr type="primFontSz" for="des" forName="Child3" refType="primFontSz" refFor="des" refForName="Parent" op="lte"/>
              <dgm:constr type="primFontSz" for="des" forName="Child4" refType="primFontSz" refFor="des" refForName="Parent" op="lte"/>
              <dgm:constr type="primFontSz" for="des" forName="Child5" refType="primFontSz" refFor="des" refForName="Parent" op="lte"/>
              <dgm:constr type="primFontSz" for="des" forName="Child6" refType="primFontSz" refFor="des" refForName="Parent" op="lte"/>
              <dgm:constr type="primFontSz" for="des" forName="Child7" refType="primFontSz" refFor="des" refForName="Parent" op="lte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ptType="node" op="equ" val="65"/>
              <dgm:constr type="r" for="ch" forName="Accent6" refType="w" fact="0.9066"/>
              <dgm:constr type="t" for="ch" forName="Accent6" refType="h" fact="0.4635"/>
              <dgm:constr type="w" for="ch" forName="Accent6" refType="w" fact="0.1622"/>
              <dgm:constr type="h" for="ch" forName="Accent6" refType="h" fact="0.1333"/>
              <dgm:constr type="r" for="ch" forName="Accent5" refType="w" fact="0.7142"/>
              <dgm:constr type="t" for="ch" forName="Accent5" refType="h" fact="0.7126"/>
              <dgm:constr type="w" for="ch" forName="Accent5" refType="w" fact="0.1622"/>
              <dgm:constr type="h" for="ch" forName="Accent5" refType="h" fact="0.1333"/>
              <dgm:constr type="r" for="ch" forName="Accent4" refType="w" fact="0.388"/>
              <dgm:constr type="t" for="ch" forName="Accent4" refType="h" fact="0.6834"/>
              <dgm:constr type="w" for="ch" forName="Accent4" refType="w" fact="0.1622"/>
              <dgm:constr type="h" for="ch" forName="Accent4" refType="h" fact="0.1333"/>
              <dgm:constr type="r" for="ch" forName="Accent3" refType="w" fact="0.2565"/>
              <dgm:constr type="t" for="ch" forName="Accent3" refType="h" fact="0.4021"/>
              <dgm:constr type="w" for="ch" forName="Accent3" refType="w" fact="0.1622"/>
              <dgm:constr type="h" for="ch" forName="Accent3" refType="h" fact="0.1333"/>
              <dgm:constr type="r" for="ch" forName="Accent2" refType="w" fact="0.4458"/>
              <dgm:constr type="t" for="ch" forName="Accent2" refType="h" fact="0.1529"/>
              <dgm:constr type="w" for="ch" forName="Accent2" refType="w" fact="0.1622"/>
              <dgm:constr type="h" for="ch" forName="Accent2" refType="h" fact="0.1333"/>
              <dgm:constr type="r" for="ch" forName="Accent1" refType="w" fact="0"/>
              <dgm:constr type="t" for="ch" forName="Accent1" refType="h" fact="0"/>
              <dgm:constr type="w" for="ch" forName="Accent1" refType="w" fact="0"/>
              <dgm:constr type="h" for="ch" forName="Accent1" refType="h" fact="0"/>
              <dgm:constr type="r" for="ch" forName="Child4" refType="w" fact="0.6754"/>
              <dgm:constr type="t" for="ch" forName="Child4" refType="h" fact="0.7093"/>
              <dgm:constr type="w" for="ch" forName="Child4" refType="w" fact="0.3523"/>
              <dgm:constr type="h" for="ch" forName="Child4" refType="h" fact="0.2907"/>
              <dgm:constr type="r" for="ch" forName="Parent" refType="w" fact="0.715"/>
              <dgm:constr type="t" for="ch" forName="Parent" refType="h" fact="0.3226"/>
              <dgm:constr type="w" for="ch" forName="Parent" refType="w" fact="0.4299"/>
              <dgm:constr type="h" for="ch" forName="Parent" refType="h" fact="0.3547"/>
              <dgm:constr type="r" for="ch" forName="Child2" refType="w" fact="0.3523"/>
              <dgm:constr type="t" for="ch" forName="Child2" refType="h" fact="0.1788"/>
              <dgm:constr type="w" for="ch" forName="Child2" refType="w" fact="0.3523"/>
              <dgm:constr type="h" for="ch" forName="Child2" refType="h" fact="0.2907"/>
              <dgm:constr type="r" for="ch" forName="Child3" refType="w" fact="0.3523"/>
              <dgm:constr type="t" for="ch" forName="Child3" refType="h" fact="0.5303"/>
              <dgm:constr type="w" for="ch" forName="Child3" refType="w" fact="0.3523"/>
              <dgm:constr type="h" for="ch" forName="Child3" refType="h" fact="0.2907"/>
              <dgm:constr type="r" for="ch" forName="Child5" refType="w"/>
              <dgm:constr type="t" for="ch" forName="Child5" refType="h" fact="0.5305"/>
              <dgm:constr type="w" for="ch" forName="Child5" refType="w" fact="0.3523"/>
              <dgm:constr type="h" for="ch" forName="Child5" refType="h" fact="0.2907"/>
              <dgm:constr type="r" for="ch" forName="Child6" refType="w"/>
              <dgm:constr type="t" for="ch" forName="Child6" refType="h" fact="0.1784"/>
              <dgm:constr type="w" for="ch" forName="Child6" refType="w" fact="0.3523"/>
              <dgm:constr type="h" for="ch" forName="Child6" refType="h" fact="0.2907"/>
              <dgm:constr type="r" for="ch" forName="Child1" refType="w" fact="0.6754"/>
              <dgm:constr type="t" for="ch" forName="Child1" refType="h" fact="0"/>
              <dgm:constr type="w" for="ch" forName="Child1" refType="w" fact="0.3523"/>
              <dgm:constr type="h" for="ch" forName="Child1" refType="h" fact="0.2907"/>
            </dgm:constrLst>
          </dgm:else>
        </dgm:choose>
      </dgm:else>
    </dgm:choose>
    <dgm:forEach name="wrapper" axis="self" ptType="parTrans">
      <dgm:forEach name="accentRepeat" axis="self">
        <dgm:layoutNode name="Accent" styleLbl="bgShp">
          <dgm:alg type="sp"/>
          <dgm:shape xmlns:r="http://schemas.openxmlformats.org/officeDocument/2006/relationships" type="hexagon" r:blip="" zOrderOff="-2">
            <dgm:adjLst>
              <dgm:adj idx="1" val="0.289"/>
              <dgm:adj idx="2" val="1.1547"/>
            </dgm:adjLst>
          </dgm:shape>
          <dgm:presOf/>
        </dgm:layoutNode>
      </dgm:forEach>
    </dgm:forEach>
    <dgm:forEach name="Name20" axis="ch" ptType="node" cnt="1">
      <dgm:layoutNode name="Parent" styleLbl="node0">
        <dgm:varLst>
          <dgm:chMax val="6"/>
          <dgm:chPref val="6"/>
        </dgm:varLst>
        <dgm:alg type="tx"/>
        <dgm:shape xmlns:r="http://schemas.openxmlformats.org/officeDocument/2006/relationships" type="hexagon" r:blip="">
          <dgm:adjLst>
            <dgm:adj idx="1" val="0.2857"/>
            <dgm:adj idx="2" val="1.1547"/>
          </dgm:adjLst>
        </dgm:shape>
        <dgm:presOf axis="self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21" axis="ch ch" ptType="node node" st="1 1" cnt="1 1">
      <dgm:layoutNode name="Accent1">
        <dgm:alg type="sp"/>
        <dgm:shape xmlns:r="http://schemas.openxmlformats.org/officeDocument/2006/relationships" r:blip="" zOrderOff="-2">
          <dgm:adjLst/>
        </dgm:shape>
        <dgm:presOf/>
        <dgm:constrLst/>
        <dgm:forEach name="Name22" ref="accentRepeat"/>
      </dgm:layoutNode>
      <dgm:layoutNode name="Child1" styleLbl="node1">
        <dgm:varLst>
          <dgm:chMax val="0"/>
          <dgm:chPref val="0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hexagon" r:blip="">
          <dgm:adjLst>
            <dgm:adj idx="1" val="0.2857"/>
            <dgm:adj idx="2" val="1.1547"/>
          </dgm:adjLst>
        </dgm:shape>
        <dgm:presOf axis="desOr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23" axis="ch ch" ptType="node node" st="1 2" cnt="1 1">
      <dgm:layoutNode name="Accent2">
        <dgm:alg type="sp"/>
        <dgm:shape xmlns:r="http://schemas.openxmlformats.org/officeDocument/2006/relationships" r:blip="" zOrderOff="-2">
          <dgm:adjLst/>
        </dgm:shape>
        <dgm:presOf/>
        <dgm:constrLst/>
        <dgm:forEach name="Name24" ref="accentRepeat"/>
      </dgm:layoutNode>
      <dgm:layoutNode name="Child2" styleLbl="node1">
        <dgm:varLst>
          <dgm:chMax val="0"/>
          <dgm:chPref val="0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hexagon" r:blip="">
          <dgm:adjLst>
            <dgm:adj idx="1" val="0.2857"/>
            <dgm:adj idx="2" val="1.1547"/>
          </dgm:adjLst>
        </dgm:shape>
        <dgm:presOf axis="desOr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25" axis="ch ch" ptType="node node" st="1 3" cnt="1 1">
      <dgm:layoutNode name="Accent3">
        <dgm:alg type="sp"/>
        <dgm:shape xmlns:r="http://schemas.openxmlformats.org/officeDocument/2006/relationships" r:blip="" zOrderOff="-2">
          <dgm:adjLst/>
        </dgm:shape>
        <dgm:presOf/>
        <dgm:constrLst/>
        <dgm:forEach name="Name26" ref="accentRepeat"/>
      </dgm:layoutNode>
      <dgm:layoutNode name="Child3" styleLbl="node1">
        <dgm:varLst>
          <dgm:chMax val="0"/>
          <dgm:chPref val="0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hexagon" r:blip="">
          <dgm:adjLst>
            <dgm:adj idx="1" val="0.2857"/>
            <dgm:adj idx="2" val="1.1547"/>
          </dgm:adjLst>
        </dgm:shape>
        <dgm:presOf axis="desOr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27" axis="ch ch" ptType="node node" st="1 4" cnt="1 1">
      <dgm:layoutNode name="Accent4">
        <dgm:alg type="sp"/>
        <dgm:shape xmlns:r="http://schemas.openxmlformats.org/officeDocument/2006/relationships" r:blip="">
          <dgm:adjLst/>
        </dgm:shape>
        <dgm:presOf/>
        <dgm:constrLst/>
        <dgm:forEach name="Name28" ref="accentRepeat"/>
      </dgm:layoutNode>
      <dgm:layoutNode name="Child4" styleLbl="node1">
        <dgm:varLst>
          <dgm:chMax val="0"/>
          <dgm:chPref val="0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hexagon" r:blip="">
          <dgm:adjLst>
            <dgm:adj idx="1" val="0.2857"/>
            <dgm:adj idx="2" val="1.1547"/>
          </dgm:adjLst>
        </dgm:shape>
        <dgm:presOf axis="desOr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29" axis="ch ch" ptType="node node" st="1 5" cnt="1 1">
      <dgm:layoutNode name="Accent5">
        <dgm:alg type="sp"/>
        <dgm:shape xmlns:r="http://schemas.openxmlformats.org/officeDocument/2006/relationships" r:blip="">
          <dgm:adjLst/>
        </dgm:shape>
        <dgm:presOf/>
        <dgm:constrLst/>
        <dgm:forEach name="Name30" ref="accentRepeat"/>
      </dgm:layoutNode>
      <dgm:layoutNode name="Child5" styleLbl="node1">
        <dgm:varLst>
          <dgm:chMax val="0"/>
          <dgm:chPref val="0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hexagon" r:blip="">
          <dgm:adjLst>
            <dgm:adj idx="1" val="0.2857"/>
            <dgm:adj idx="2" val="1.1547"/>
          </dgm:adjLst>
        </dgm:shape>
        <dgm:presOf axis="desOr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31" axis="ch ch" ptType="node node" st="1 6" cnt="1 1">
      <dgm:layoutNode name="Accent6">
        <dgm:alg type="sp"/>
        <dgm:shape xmlns:r="http://schemas.openxmlformats.org/officeDocument/2006/relationships" r:blip="">
          <dgm:adjLst/>
        </dgm:shape>
        <dgm:presOf/>
        <dgm:constrLst/>
        <dgm:forEach name="Name32" ref="accentRepeat"/>
      </dgm:layoutNode>
      <dgm:layoutNode name="Child6" styleLbl="node1">
        <dgm:varLst>
          <dgm:chMax val="0"/>
          <dgm:chPref val="0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hexagon" r:blip="">
          <dgm:adjLst>
            <dgm:adj idx="1" val="0.2857"/>
            <dgm:adj idx="2" val="1.1547"/>
          </dgm:adjLst>
        </dgm:shape>
        <dgm:presOf axis="desOr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ierarchy2">
  <dgm:title val=""/>
  <dgm:desc val=""/>
  <dgm:catLst>
    <dgm:cat type="hierarchy" pri="5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diagram">
    <dgm:varLst>
      <dgm:chPref val="1"/>
      <dgm:dir/>
      <dgm:animOne val="branch"/>
      <dgm:animLvl val="lvl"/>
      <dgm:resizeHandles val="exact"/>
    </dgm:varLst>
    <dgm:choose name="Name0">
      <dgm:if name="Name1" func="var" arg="dir" op="equ" val="norm">
        <dgm:alg type="hierChild">
          <dgm:param type="linDir" val="fromT"/>
          <dgm:param type="chAlign" val="l"/>
        </dgm:alg>
      </dgm:if>
      <dgm:else name="Name2">
        <dgm:alg type="hierChild">
          <dgm:param type="linDir" val="fromT"/>
          <dgm:param type="ch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des" ptType="node" refType="h"/>
      <dgm:constr type="w" for="des" ptType="node" refType="h" refFor="des" refPtType="node" fact="2"/>
      <dgm:constr type="sibSp" refType="h" refFor="des" refPtType="node" op="equ" fact="0.15"/>
      <dgm:constr type="sibSp" for="des" forName="level2hierChild" refType="h" refFor="des" refPtType="node" op="equ" fact="0.15"/>
      <dgm:constr type="sibSp" for="des" forName="level3hierChild" refType="h" refFor="des" refPtType="node" op="equ" fact="0.15"/>
      <dgm:constr type="sp" for="des" forName="root1" refType="w" refFor="des" refPtType="node" fact="0.4"/>
      <dgm:constr type="sp" for="des" forName="root2" refType="sp" refFor="des" refForName="root1" op="equ"/>
      <dgm:constr type="primFontSz" for="des" ptType="node" op="equ" val="65"/>
      <dgm:constr type="primFontSz" for="des" forName="connTx" op="equ" val="55"/>
      <dgm:constr type="primFontSz" for="des" forName="connTx" refType="primFontSz" refFor="des" refPtType="node" op="lte" fact="0.8"/>
    </dgm:constrLst>
    <dgm:ruleLst/>
    <dgm:forEach name="Name3" axis="ch">
      <dgm:forEach name="Name4" axis="self" ptType="node">
        <dgm:layoutNode name="root1">
          <dgm:choose name="Name5">
            <dgm:if name="Name6" func="var" arg="dir" op="equ" val="norm">
              <dgm:alg type="hierRoot">
                <dgm:param type="hierAlign" val="lCtrCh"/>
              </dgm:alg>
            </dgm:if>
            <dgm:else name="Name7">
              <dgm:alg type="hierRoot">
                <dgm:param type="hierAlign" val="rCtrCh"/>
              </dgm:alg>
            </dgm:else>
          </dgm:choose>
          <dgm:shape xmlns:r="http://schemas.openxmlformats.org/officeDocument/2006/relationships" r:blip="">
            <dgm:adjLst/>
          </dgm:shape>
          <dgm:presOf/>
          <dgm:constrLst/>
          <dgm:ruleLst/>
          <dgm:layoutNode name="LevelOneTextNode" styleLbl="node0">
            <dgm:varLst>
              <dgm:chPref val="3"/>
            </dgm:varLst>
            <dgm:alg type="tx"/>
            <dgm:shape xmlns:r="http://schemas.openxmlformats.org/officeDocument/2006/relationships" type="roundRect" r:blip="">
              <dgm:adjLst>
                <dgm:adj idx="1" val="0.1"/>
              </dgm:adjLst>
            </dgm:shape>
            <dgm:presOf axis="self"/>
            <dgm:constrLst>
              <dgm:constr type="tMarg" refType="primFontSz" fact="0.05"/>
              <dgm:constr type="bMarg" refType="primFontSz" fact="0.05"/>
              <dgm:constr type="lMarg" refType="primFontSz" fact="0.05"/>
              <dgm:constr type="rMarg" refType="primFontSz" fact="0.05"/>
            </dgm:constrLst>
            <dgm:ruleLst>
              <dgm:rule type="primFontSz" val="5" fact="NaN" max="NaN"/>
            </dgm:ruleLst>
          </dgm:layoutNode>
          <dgm:layoutNode name="level2hierChild">
            <dgm:choose name="Name8">
              <dgm:if name="Name9" func="var" arg="dir" op="equ" val="norm">
                <dgm:alg type="hierChild">
                  <dgm:param type="linDir" val="fromT"/>
                  <dgm:param type="chAlign" val="l"/>
                </dgm:alg>
              </dgm:if>
              <dgm:else name="Name10">
                <dgm:alg type="hierChild">
                  <dgm:param type="linDir" val="fromT"/>
                  <dgm:param type="chAlign" val="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eat" axis="ch">
              <dgm:forEach name="Name11" axis="self" ptType="parTrans" cnt="1">
                <dgm:layoutNode name="conn2-1">
                  <dgm:choose name="Name12">
                    <dgm:if name="Name13" func="var" arg="dir" op="equ" val="norm">
                      <dgm:alg type="conn">
                        <dgm:param type="dim" val="1D"/>
                        <dgm:param type="begPts" val="midR"/>
                        <dgm:param type="endPts" val="midL"/>
                        <dgm:param type="endSty" val="noArr"/>
                      </dgm:alg>
                    </dgm:if>
                    <dgm:else name="Name14">
                      <dgm:alg type="conn">
                        <dgm:param type="dim" val="1D"/>
                        <dgm:param type="begPts" val="midL"/>
                        <dgm:param type="endPts" val="midR"/>
                        <dgm:param type="endSty" val="noArr"/>
                      </dgm:alg>
                    </dgm:else>
                  </dgm:choose>
                  <dgm:shape xmlns:r="http://schemas.openxmlformats.org/officeDocument/2006/relationships" type="conn" r:blip="">
                    <dgm:adjLst/>
                  </dgm:shape>
                  <dgm:presOf axis="self"/>
                  <dgm:constrLst>
                    <dgm:constr type="w" val="1"/>
                    <dgm:constr type="h" val="5"/>
                    <dgm:constr type="connDist"/>
                    <dgm:constr type="begPad"/>
                    <dgm:constr type="endPad"/>
                    <dgm:constr type="userA" for="ch" refType="connDist"/>
                  </dgm:constrLst>
                  <dgm:ruleLst/>
                  <dgm:layoutNode name="connTx">
                    <dgm:alg type="tx">
                      <dgm:param type="autoTxRot" val="grav"/>
                    </dgm:alg>
                    <dgm:shape xmlns:r="http://schemas.openxmlformats.org/officeDocument/2006/relationships" type="rect" r:blip="" hideGeom="1">
                      <dgm:adjLst/>
                    </dgm:shape>
                    <dgm:presOf axis="self"/>
                    <dgm:constrLst>
                      <dgm:constr type="userA"/>
                      <dgm:constr type="w" refType="userA" fact="0.05"/>
                      <dgm:constr type="h" refType="userA" fact="0.05"/>
                      <dgm:constr type="lMarg" val="1"/>
                      <dgm:constr type="rMarg" val="1"/>
                      <dgm:constr type="tMarg"/>
                      <dgm:constr type="bMarg"/>
                    </dgm:constrLst>
                    <dgm:ruleLst>
                      <dgm:rule type="h" val="NaN" fact="0.25" max="NaN"/>
                      <dgm:rule type="w" val="NaN" fact="0.8" max="NaN"/>
                      <dgm:rule type="primFontSz" val="5" fact="NaN" max="NaN"/>
                    </dgm:ruleLst>
                  </dgm:layoutNode>
                </dgm:layoutNode>
              </dgm:forEach>
              <dgm:forEach name="Name15" axis="self" ptType="node">
                <dgm:layoutNode name="root2">
                  <dgm:choose name="Name16">
                    <dgm:if name="Name17" func="var" arg="dir" op="equ" val="norm">
                      <dgm:alg type="hierRoot">
                        <dgm:param type="hierAlign" val="lCtrCh"/>
                      </dgm:alg>
                    </dgm:if>
                    <dgm:else name="Name18">
                      <dgm:alg type="hierRoot">
                        <dgm:param type="hierAlign" val="rCtrCh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layoutNode name="LevelTwoTextNode">
                    <dgm:varLst>
                      <dgm:chPref val="3"/>
                    </dgm:varLst>
                    <dgm:alg type="tx"/>
                    <dgm:shape xmlns:r="http://schemas.openxmlformats.org/officeDocument/2006/relationships" type="roundRect" r:blip="">
                      <dgm:adjLst>
                        <dgm:adj idx="1" val="0.1"/>
                      </dgm:adjLst>
                    </dgm:shape>
                    <dgm:presOf axis="self"/>
                    <dgm:constrLst>
                      <dgm:constr type="tMarg" refType="primFontSz" fact="0.05"/>
                      <dgm:constr type="bMarg" refType="primFontSz" fact="0.05"/>
                      <dgm:constr type="lMarg" refType="primFontSz" fact="0.05"/>
                      <dgm:constr type="r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level3hierChild">
                    <dgm:choose name="Name19">
                      <dgm:if name="Name20" func="var" arg="dir" op="equ" val="norm">
                        <dgm:alg type="hierChild">
                          <dgm:param type="linDir" val="fromT"/>
                          <dgm:param type="chAlign" val="l"/>
                        </dgm:alg>
                      </dgm:if>
                      <dgm:else name="Name21">
                        <dgm:alg type="hierChild">
                          <dgm:param type="linDir" val="fromT"/>
                          <dgm:param type="chAlign" val="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22" ref="repeat"/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hierarchy2">
  <dgm:title val=""/>
  <dgm:desc val=""/>
  <dgm:catLst>
    <dgm:cat type="hierarchy" pri="5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diagram">
    <dgm:varLst>
      <dgm:chPref val="1"/>
      <dgm:dir/>
      <dgm:animOne val="branch"/>
      <dgm:animLvl val="lvl"/>
      <dgm:resizeHandles val="exact"/>
    </dgm:varLst>
    <dgm:choose name="Name0">
      <dgm:if name="Name1" func="var" arg="dir" op="equ" val="norm">
        <dgm:alg type="hierChild">
          <dgm:param type="linDir" val="fromT"/>
          <dgm:param type="chAlign" val="l"/>
        </dgm:alg>
      </dgm:if>
      <dgm:else name="Name2">
        <dgm:alg type="hierChild">
          <dgm:param type="linDir" val="fromT"/>
          <dgm:param type="ch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des" ptType="node" refType="h"/>
      <dgm:constr type="w" for="des" ptType="node" refType="h" refFor="des" refPtType="node" fact="2"/>
      <dgm:constr type="sibSp" refType="h" refFor="des" refPtType="node" op="equ" fact="0.15"/>
      <dgm:constr type="sibSp" for="des" forName="level2hierChild" refType="h" refFor="des" refPtType="node" op="equ" fact="0.15"/>
      <dgm:constr type="sibSp" for="des" forName="level3hierChild" refType="h" refFor="des" refPtType="node" op="equ" fact="0.15"/>
      <dgm:constr type="sp" for="des" forName="root1" refType="w" refFor="des" refPtType="node" fact="0.4"/>
      <dgm:constr type="sp" for="des" forName="root2" refType="sp" refFor="des" refForName="root1" op="equ"/>
      <dgm:constr type="primFontSz" for="des" ptType="node" op="equ" val="65"/>
      <dgm:constr type="primFontSz" for="des" forName="connTx" op="equ" val="55"/>
      <dgm:constr type="primFontSz" for="des" forName="connTx" refType="primFontSz" refFor="des" refPtType="node" op="lte" fact="0.8"/>
    </dgm:constrLst>
    <dgm:ruleLst/>
    <dgm:forEach name="Name3" axis="ch">
      <dgm:forEach name="Name4" axis="self" ptType="node">
        <dgm:layoutNode name="root1">
          <dgm:choose name="Name5">
            <dgm:if name="Name6" func="var" arg="dir" op="equ" val="norm">
              <dgm:alg type="hierRoot">
                <dgm:param type="hierAlign" val="lCtrCh"/>
              </dgm:alg>
            </dgm:if>
            <dgm:else name="Name7">
              <dgm:alg type="hierRoot">
                <dgm:param type="hierAlign" val="rCtrCh"/>
              </dgm:alg>
            </dgm:else>
          </dgm:choose>
          <dgm:shape xmlns:r="http://schemas.openxmlformats.org/officeDocument/2006/relationships" r:blip="">
            <dgm:adjLst/>
          </dgm:shape>
          <dgm:presOf/>
          <dgm:constrLst/>
          <dgm:ruleLst/>
          <dgm:layoutNode name="LevelOneTextNode" styleLbl="node0">
            <dgm:varLst>
              <dgm:chPref val="3"/>
            </dgm:varLst>
            <dgm:alg type="tx"/>
            <dgm:shape xmlns:r="http://schemas.openxmlformats.org/officeDocument/2006/relationships" type="roundRect" r:blip="">
              <dgm:adjLst>
                <dgm:adj idx="1" val="0.1"/>
              </dgm:adjLst>
            </dgm:shape>
            <dgm:presOf axis="self"/>
            <dgm:constrLst>
              <dgm:constr type="tMarg" refType="primFontSz" fact="0.05"/>
              <dgm:constr type="bMarg" refType="primFontSz" fact="0.05"/>
              <dgm:constr type="lMarg" refType="primFontSz" fact="0.05"/>
              <dgm:constr type="rMarg" refType="primFontSz" fact="0.05"/>
            </dgm:constrLst>
            <dgm:ruleLst>
              <dgm:rule type="primFontSz" val="5" fact="NaN" max="NaN"/>
            </dgm:ruleLst>
          </dgm:layoutNode>
          <dgm:layoutNode name="level2hierChild">
            <dgm:choose name="Name8">
              <dgm:if name="Name9" func="var" arg="dir" op="equ" val="norm">
                <dgm:alg type="hierChild">
                  <dgm:param type="linDir" val="fromT"/>
                  <dgm:param type="chAlign" val="l"/>
                </dgm:alg>
              </dgm:if>
              <dgm:else name="Name10">
                <dgm:alg type="hierChild">
                  <dgm:param type="linDir" val="fromT"/>
                  <dgm:param type="chAlign" val="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eat" axis="ch">
              <dgm:forEach name="Name11" axis="self" ptType="parTrans" cnt="1">
                <dgm:layoutNode name="conn2-1">
                  <dgm:choose name="Name12">
                    <dgm:if name="Name13" func="var" arg="dir" op="equ" val="norm">
                      <dgm:alg type="conn">
                        <dgm:param type="dim" val="1D"/>
                        <dgm:param type="begPts" val="midR"/>
                        <dgm:param type="endPts" val="midL"/>
                        <dgm:param type="endSty" val="noArr"/>
                      </dgm:alg>
                    </dgm:if>
                    <dgm:else name="Name14">
                      <dgm:alg type="conn">
                        <dgm:param type="dim" val="1D"/>
                        <dgm:param type="begPts" val="midL"/>
                        <dgm:param type="endPts" val="midR"/>
                        <dgm:param type="endSty" val="noArr"/>
                      </dgm:alg>
                    </dgm:else>
                  </dgm:choose>
                  <dgm:shape xmlns:r="http://schemas.openxmlformats.org/officeDocument/2006/relationships" type="conn" r:blip="">
                    <dgm:adjLst/>
                  </dgm:shape>
                  <dgm:presOf axis="self"/>
                  <dgm:constrLst>
                    <dgm:constr type="w" val="1"/>
                    <dgm:constr type="h" val="5"/>
                    <dgm:constr type="connDist"/>
                    <dgm:constr type="begPad"/>
                    <dgm:constr type="endPad"/>
                    <dgm:constr type="userA" for="ch" refType="connDist"/>
                  </dgm:constrLst>
                  <dgm:ruleLst/>
                  <dgm:layoutNode name="connTx">
                    <dgm:alg type="tx">
                      <dgm:param type="autoTxRot" val="grav"/>
                    </dgm:alg>
                    <dgm:shape xmlns:r="http://schemas.openxmlformats.org/officeDocument/2006/relationships" type="rect" r:blip="" hideGeom="1">
                      <dgm:adjLst/>
                    </dgm:shape>
                    <dgm:presOf axis="self"/>
                    <dgm:constrLst>
                      <dgm:constr type="userA"/>
                      <dgm:constr type="w" refType="userA" fact="0.05"/>
                      <dgm:constr type="h" refType="userA" fact="0.05"/>
                      <dgm:constr type="lMarg" val="1"/>
                      <dgm:constr type="rMarg" val="1"/>
                      <dgm:constr type="tMarg"/>
                      <dgm:constr type="bMarg"/>
                    </dgm:constrLst>
                    <dgm:ruleLst>
                      <dgm:rule type="h" val="NaN" fact="0.25" max="NaN"/>
                      <dgm:rule type="w" val="NaN" fact="0.8" max="NaN"/>
                      <dgm:rule type="primFontSz" val="5" fact="NaN" max="NaN"/>
                    </dgm:ruleLst>
                  </dgm:layoutNode>
                </dgm:layoutNode>
              </dgm:forEach>
              <dgm:forEach name="Name15" axis="self" ptType="node">
                <dgm:layoutNode name="root2">
                  <dgm:choose name="Name16">
                    <dgm:if name="Name17" func="var" arg="dir" op="equ" val="norm">
                      <dgm:alg type="hierRoot">
                        <dgm:param type="hierAlign" val="lCtrCh"/>
                      </dgm:alg>
                    </dgm:if>
                    <dgm:else name="Name18">
                      <dgm:alg type="hierRoot">
                        <dgm:param type="hierAlign" val="rCtrCh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layoutNode name="LevelTwoTextNode">
                    <dgm:varLst>
                      <dgm:chPref val="3"/>
                    </dgm:varLst>
                    <dgm:alg type="tx"/>
                    <dgm:shape xmlns:r="http://schemas.openxmlformats.org/officeDocument/2006/relationships" type="roundRect" r:blip="">
                      <dgm:adjLst>
                        <dgm:adj idx="1" val="0.1"/>
                      </dgm:adjLst>
                    </dgm:shape>
                    <dgm:presOf axis="self"/>
                    <dgm:constrLst>
                      <dgm:constr type="tMarg" refType="primFontSz" fact="0.05"/>
                      <dgm:constr type="bMarg" refType="primFontSz" fact="0.05"/>
                      <dgm:constr type="lMarg" refType="primFontSz" fact="0.05"/>
                      <dgm:constr type="r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level3hierChild">
                    <dgm:choose name="Name19">
                      <dgm:if name="Name20" func="var" arg="dir" op="equ" val="norm">
                        <dgm:alg type="hierChild">
                          <dgm:param type="linDir" val="fromT"/>
                          <dgm:param type="chAlign" val="l"/>
                        </dgm:alg>
                      </dgm:if>
                      <dgm:else name="Name21">
                        <dgm:alg type="hierChild">
                          <dgm:param type="linDir" val="fromT"/>
                          <dgm:param type="chAlign" val="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22" ref="repeat"/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hierarchy2">
  <dgm:title val=""/>
  <dgm:desc val=""/>
  <dgm:catLst>
    <dgm:cat type="hierarchy" pri="5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diagram">
    <dgm:varLst>
      <dgm:chPref val="1"/>
      <dgm:dir/>
      <dgm:animOne val="branch"/>
      <dgm:animLvl val="lvl"/>
      <dgm:resizeHandles val="exact"/>
    </dgm:varLst>
    <dgm:choose name="Name0">
      <dgm:if name="Name1" func="var" arg="dir" op="equ" val="norm">
        <dgm:alg type="hierChild">
          <dgm:param type="linDir" val="fromT"/>
          <dgm:param type="chAlign" val="l"/>
        </dgm:alg>
      </dgm:if>
      <dgm:else name="Name2">
        <dgm:alg type="hierChild">
          <dgm:param type="linDir" val="fromT"/>
          <dgm:param type="ch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des" ptType="node" refType="h"/>
      <dgm:constr type="w" for="des" ptType="node" refType="h" refFor="des" refPtType="node" fact="2"/>
      <dgm:constr type="sibSp" refType="h" refFor="des" refPtType="node" op="equ" fact="0.15"/>
      <dgm:constr type="sibSp" for="des" forName="level2hierChild" refType="h" refFor="des" refPtType="node" op="equ" fact="0.15"/>
      <dgm:constr type="sibSp" for="des" forName="level3hierChild" refType="h" refFor="des" refPtType="node" op="equ" fact="0.15"/>
      <dgm:constr type="sp" for="des" forName="root1" refType="w" refFor="des" refPtType="node" fact="0.4"/>
      <dgm:constr type="sp" for="des" forName="root2" refType="sp" refFor="des" refForName="root1" op="equ"/>
      <dgm:constr type="primFontSz" for="des" ptType="node" op="equ" val="65"/>
      <dgm:constr type="primFontSz" for="des" forName="connTx" op="equ" val="55"/>
      <dgm:constr type="primFontSz" for="des" forName="connTx" refType="primFontSz" refFor="des" refPtType="node" op="lte" fact="0.8"/>
    </dgm:constrLst>
    <dgm:ruleLst/>
    <dgm:forEach name="Name3" axis="ch">
      <dgm:forEach name="Name4" axis="self" ptType="node">
        <dgm:layoutNode name="root1">
          <dgm:choose name="Name5">
            <dgm:if name="Name6" func="var" arg="dir" op="equ" val="norm">
              <dgm:alg type="hierRoot">
                <dgm:param type="hierAlign" val="lCtrCh"/>
              </dgm:alg>
            </dgm:if>
            <dgm:else name="Name7">
              <dgm:alg type="hierRoot">
                <dgm:param type="hierAlign" val="rCtrCh"/>
              </dgm:alg>
            </dgm:else>
          </dgm:choose>
          <dgm:shape xmlns:r="http://schemas.openxmlformats.org/officeDocument/2006/relationships" r:blip="">
            <dgm:adjLst/>
          </dgm:shape>
          <dgm:presOf/>
          <dgm:constrLst/>
          <dgm:ruleLst/>
          <dgm:layoutNode name="LevelOneTextNode" styleLbl="node0">
            <dgm:varLst>
              <dgm:chPref val="3"/>
            </dgm:varLst>
            <dgm:alg type="tx"/>
            <dgm:shape xmlns:r="http://schemas.openxmlformats.org/officeDocument/2006/relationships" type="roundRect" r:blip="">
              <dgm:adjLst>
                <dgm:adj idx="1" val="0.1"/>
              </dgm:adjLst>
            </dgm:shape>
            <dgm:presOf axis="self"/>
            <dgm:constrLst>
              <dgm:constr type="tMarg" refType="primFontSz" fact="0.05"/>
              <dgm:constr type="bMarg" refType="primFontSz" fact="0.05"/>
              <dgm:constr type="lMarg" refType="primFontSz" fact="0.05"/>
              <dgm:constr type="rMarg" refType="primFontSz" fact="0.05"/>
            </dgm:constrLst>
            <dgm:ruleLst>
              <dgm:rule type="primFontSz" val="5" fact="NaN" max="NaN"/>
            </dgm:ruleLst>
          </dgm:layoutNode>
          <dgm:layoutNode name="level2hierChild">
            <dgm:choose name="Name8">
              <dgm:if name="Name9" func="var" arg="dir" op="equ" val="norm">
                <dgm:alg type="hierChild">
                  <dgm:param type="linDir" val="fromT"/>
                  <dgm:param type="chAlign" val="l"/>
                </dgm:alg>
              </dgm:if>
              <dgm:else name="Name10">
                <dgm:alg type="hierChild">
                  <dgm:param type="linDir" val="fromT"/>
                  <dgm:param type="chAlign" val="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eat" axis="ch">
              <dgm:forEach name="Name11" axis="self" ptType="parTrans" cnt="1">
                <dgm:layoutNode name="conn2-1">
                  <dgm:choose name="Name12">
                    <dgm:if name="Name13" func="var" arg="dir" op="equ" val="norm">
                      <dgm:alg type="conn">
                        <dgm:param type="dim" val="1D"/>
                        <dgm:param type="begPts" val="midR"/>
                        <dgm:param type="endPts" val="midL"/>
                        <dgm:param type="endSty" val="noArr"/>
                      </dgm:alg>
                    </dgm:if>
                    <dgm:else name="Name14">
                      <dgm:alg type="conn">
                        <dgm:param type="dim" val="1D"/>
                        <dgm:param type="begPts" val="midL"/>
                        <dgm:param type="endPts" val="midR"/>
                        <dgm:param type="endSty" val="noArr"/>
                      </dgm:alg>
                    </dgm:else>
                  </dgm:choose>
                  <dgm:shape xmlns:r="http://schemas.openxmlformats.org/officeDocument/2006/relationships" type="conn" r:blip="">
                    <dgm:adjLst/>
                  </dgm:shape>
                  <dgm:presOf axis="self"/>
                  <dgm:constrLst>
                    <dgm:constr type="w" val="1"/>
                    <dgm:constr type="h" val="5"/>
                    <dgm:constr type="connDist"/>
                    <dgm:constr type="begPad"/>
                    <dgm:constr type="endPad"/>
                    <dgm:constr type="userA" for="ch" refType="connDist"/>
                  </dgm:constrLst>
                  <dgm:ruleLst/>
                  <dgm:layoutNode name="connTx">
                    <dgm:alg type="tx">
                      <dgm:param type="autoTxRot" val="grav"/>
                    </dgm:alg>
                    <dgm:shape xmlns:r="http://schemas.openxmlformats.org/officeDocument/2006/relationships" type="rect" r:blip="" hideGeom="1">
                      <dgm:adjLst/>
                    </dgm:shape>
                    <dgm:presOf axis="self"/>
                    <dgm:constrLst>
                      <dgm:constr type="userA"/>
                      <dgm:constr type="w" refType="userA" fact="0.05"/>
                      <dgm:constr type="h" refType="userA" fact="0.05"/>
                      <dgm:constr type="lMarg" val="1"/>
                      <dgm:constr type="rMarg" val="1"/>
                      <dgm:constr type="tMarg"/>
                      <dgm:constr type="bMarg"/>
                    </dgm:constrLst>
                    <dgm:ruleLst>
                      <dgm:rule type="h" val="NaN" fact="0.25" max="NaN"/>
                      <dgm:rule type="w" val="NaN" fact="0.8" max="NaN"/>
                      <dgm:rule type="primFontSz" val="5" fact="NaN" max="NaN"/>
                    </dgm:ruleLst>
                  </dgm:layoutNode>
                </dgm:layoutNode>
              </dgm:forEach>
              <dgm:forEach name="Name15" axis="self" ptType="node">
                <dgm:layoutNode name="root2">
                  <dgm:choose name="Name16">
                    <dgm:if name="Name17" func="var" arg="dir" op="equ" val="norm">
                      <dgm:alg type="hierRoot">
                        <dgm:param type="hierAlign" val="lCtrCh"/>
                      </dgm:alg>
                    </dgm:if>
                    <dgm:else name="Name18">
                      <dgm:alg type="hierRoot">
                        <dgm:param type="hierAlign" val="rCtrCh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layoutNode name="LevelTwoTextNode">
                    <dgm:varLst>
                      <dgm:chPref val="3"/>
                    </dgm:varLst>
                    <dgm:alg type="tx"/>
                    <dgm:shape xmlns:r="http://schemas.openxmlformats.org/officeDocument/2006/relationships" type="roundRect" r:blip="">
                      <dgm:adjLst>
                        <dgm:adj idx="1" val="0.1"/>
                      </dgm:adjLst>
                    </dgm:shape>
                    <dgm:presOf axis="self"/>
                    <dgm:constrLst>
                      <dgm:constr type="tMarg" refType="primFontSz" fact="0.05"/>
                      <dgm:constr type="bMarg" refType="primFontSz" fact="0.05"/>
                      <dgm:constr type="lMarg" refType="primFontSz" fact="0.05"/>
                      <dgm:constr type="r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level3hierChild">
                    <dgm:choose name="Name19">
                      <dgm:if name="Name20" func="var" arg="dir" op="equ" val="norm">
                        <dgm:alg type="hierChild">
                          <dgm:param type="linDir" val="fromT"/>
                          <dgm:param type="chAlign" val="l"/>
                        </dgm:alg>
                      </dgm:if>
                      <dgm:else name="Name21">
                        <dgm:alg type="hierChild">
                          <dgm:param type="linDir" val="fromT"/>
                          <dgm:param type="chAlign" val="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22" ref="repeat"/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hProcess9">
  <dgm:title val=""/>
  <dgm:desc val=""/>
  <dgm:catLst>
    <dgm:cat type="process" pri="5000"/>
    <dgm:cat type="convert" pri="13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CompostProcess">
    <dgm:varLst>
      <dgm:dir/>
      <dgm:resizeHandles val="exact"/>
    </dgm:varLst>
    <dgm:alg type="composite">
      <dgm:param type="horzAlign" val="ctr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arrow" refType="w" fact="0.85"/>
      <dgm:constr type="h" for="ch" forName="arrow" refType="h"/>
      <dgm:constr type="ctrX" for="ch" forName="arrow" refType="w" fact="0.5"/>
      <dgm:constr type="ctrY" for="ch" forName="arrow" refType="h" fact="0.5"/>
      <dgm:constr type="w" for="ch" forName="linearProcess" refType="w"/>
      <dgm:constr type="h" for="ch" forName="linearProcess" refType="h" fact="0.4"/>
      <dgm:constr type="ctrX" for="ch" forName="linearProcess" refType="w" fact="0.5"/>
      <dgm:constr type="ctrY" for="ch" forName="linearProcess" refType="h" fact="0.5"/>
    </dgm:constrLst>
    <dgm:ruleLst/>
    <dgm:layoutNode name="arrow" styleLbl="bgShp">
      <dgm:alg type="sp"/>
      <dgm:choose name="Name0">
        <dgm:if name="Name1" func="var" arg="dir" op="equ" val="norm">
          <dgm:shape xmlns:r="http://schemas.openxmlformats.org/officeDocument/2006/relationships" type="rightArrow" r:blip="">
            <dgm:adjLst/>
          </dgm:shape>
        </dgm:if>
        <dgm:else name="Name2">
          <dgm:shape xmlns:r="http://schemas.openxmlformats.org/officeDocument/2006/relationships" type="leftArrow" r:blip="">
            <dgm:adjLst/>
          </dgm:shape>
        </dgm:else>
      </dgm:choose>
      <dgm:presOf/>
      <dgm:constrLst/>
      <dgm:ruleLst/>
    </dgm:layoutNode>
    <dgm:layoutNode name="linearProcess">
      <dgm:choose name="Name3">
        <dgm:if name="Name4" func="var" arg="dir" op="equ" val="norm">
          <dgm:alg type="lin"/>
        </dgm:if>
        <dgm:else name="Name5">
          <dgm:alg type="lin">
            <dgm:param type="linDir" val="from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userA" for="ch" ptType="node" refType="w"/>
        <dgm:constr type="h" for="ch" ptType="node" refType="h"/>
        <dgm:constr type="w" for="ch" ptType="node" op="equ"/>
        <dgm:constr type="w" for="ch" forName="sibTrans" refType="w" fact="0.05"/>
        <dgm:constr type="primFontSz" for="ch" ptType="node" op="equ" val="65"/>
      </dgm:constrLst>
      <dgm:ruleLst/>
      <dgm:forEach name="Name6" axis="ch" ptType="node">
        <dgm:layoutNode name="textNode" styleLbl="node1">
          <dgm:varLst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desOrSelf" ptType="node"/>
          <dgm:constrLst>
            <dgm:constr type="userA"/>
            <dgm:constr type="w" refType="userA" fact="0.3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w" val="NaN" fact="1" max="NaN"/>
            <dgm:rule type="primFontSz" val="5" fact="NaN" max="NaN"/>
          </dgm:ruleLst>
        </dgm:layoutNode>
        <dgm:forEach name="Name7" axis="followSib" ptType="sibTrans" cnt="1">
          <dgm:layoutNode name="sibTrans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forEach>
      </dgm:forEach>
    </dgm:layoutNod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9" name="Rectangle 8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0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2099733"/>
            <a:ext cx="8825658" cy="2677648"/>
          </a:xfrm>
        </p:spPr>
        <p:txBody>
          <a:bodyPr anchor="b"/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 bwMode="gray"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 bwMode="gray">
          <a:xfrm rot="5400000">
            <a:off x="10158984" y="1792224"/>
            <a:ext cx="990599" cy="304799"/>
          </a:xfrm>
        </p:spPr>
        <p:txBody>
          <a:bodyPr anchor="t"/>
          <a:lstStyle>
            <a:lvl1pPr algn="l">
              <a:defRPr b="0" i="0">
                <a:solidFill>
                  <a:schemeClr val="bg1">
                    <a:alpha val="60000"/>
                  </a:schemeClr>
                </a:solidFill>
              </a:defRPr>
            </a:lvl1pPr>
          </a:lstStyle>
          <a:p>
            <a:fld id="{5923F103-BC34-4FE4-A40E-EDDEECFDA5D0}" type="datetimeFigureOut">
              <a:rPr lang="en-US" dirty="0"/>
              <a:pPr/>
              <a:t>10/25/2026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 bwMode="gray">
          <a:xfrm rot="5400000">
            <a:off x="8951976" y="3227832"/>
            <a:ext cx="3859795" cy="304801"/>
          </a:xfrm>
        </p:spPr>
        <p:txBody>
          <a:bodyPr/>
          <a:lstStyle>
            <a:lvl1pPr>
              <a:defRPr b="0" i="0">
                <a:solidFill>
                  <a:schemeClr val="bg1">
                    <a:alpha val="6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1" name="Rectangle 10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352540" y="295729"/>
            <a:ext cx="838199" cy="767687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54954" y="2603500"/>
            <a:ext cx="8825659" cy="34163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C9CA7B-DFD4-44B5-8C60-D14B8CD1FB59}" type="datetimeFigureOut">
              <a:rPr lang="en-US" dirty="0"/>
              <a:t>10/25/2026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0" name="Rectangle 9"/>
            <p:cNvSpPr/>
            <p:nvPr/>
          </p:nvSpPr>
          <p:spPr bwMode="gray">
            <a:xfrm>
              <a:off x="7289800" y="402165"/>
              <a:ext cx="4478865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Freeform 5"/>
            <p:cNvSpPr/>
            <p:nvPr/>
          </p:nvSpPr>
          <p:spPr bwMode="gray">
            <a:xfrm rot="16200000">
              <a:off x="3787244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5922489">
              <a:off x="4698352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2677645"/>
            <a:ext cx="4351025" cy="2283824"/>
          </a:xfrm>
        </p:spPr>
        <p:txBody>
          <a:bodyPr anchor="ctr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95559" y="2677644"/>
            <a:ext cx="3757545" cy="2283824"/>
          </a:xfrm>
        </p:spPr>
        <p:txBody>
          <a:bodyPr anchor="ctr"/>
          <a:lstStyle>
            <a:lvl1pPr marL="0" indent="0" algn="l">
              <a:buNone/>
              <a:defRPr sz="2000"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4E6425-0181-43F2-84FC-787E803FD2F8}" type="datetimeFigureOut">
              <a:rPr lang="en-US" dirty="0"/>
              <a:t>10/25/2026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54954" y="2603500"/>
            <a:ext cx="4825158" cy="3416301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08712" y="2603500"/>
            <a:ext cx="4825159" cy="341630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DB8791-F1B0-41E7-B7FD-A781E65C4266}" type="datetimeFigureOut">
              <a:rPr lang="en-US" dirty="0"/>
              <a:t>10/25/2026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0"/>
            <a:ext cx="4825157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54954" y="3179762"/>
            <a:ext cx="4825158" cy="2840039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08712" y="2603500"/>
            <a:ext cx="482515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08712" y="3179762"/>
            <a:ext cx="4825159" cy="2840039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DD63B2-E120-4ED8-B27B-C685F510A5FE}" type="datetimeFigureOut">
              <a:rPr lang="en-US" dirty="0"/>
              <a:t>10/25/2026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761413" cy="706964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A18ACC-A947-437B-A130-35BD54FDF1E9}" type="datetimeFigureOut">
              <a:rPr lang="en-US" dirty="0"/>
              <a:t>10/25/2026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D7E02-BCB8-4D50-A234-369438C08659}" type="datetimeFigureOut">
              <a:rPr lang="en-US" dirty="0"/>
              <a:t>10/25/2026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Rectangle 6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Oval 21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Rectangle 10"/>
            <p:cNvSpPr/>
            <p:nvPr/>
          </p:nvSpPr>
          <p:spPr bwMode="gray">
            <a:xfrm>
              <a:off x="5713412" y="402165"/>
              <a:ext cx="6055253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Freeform 5"/>
            <p:cNvSpPr/>
            <p:nvPr/>
          </p:nvSpPr>
          <p:spPr bwMode="gray">
            <a:xfrm rot="15922489">
              <a:off x="3140485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6200000">
              <a:off x="2229377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5" y="1295400"/>
            <a:ext cx="2793158" cy="16002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81146" y="1447800"/>
            <a:ext cx="5190066" cy="4572000"/>
          </a:xfrm>
        </p:spPr>
        <p:txBody>
          <a:bodyPr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gray">
          <a:xfrm>
            <a:off x="1154954" y="3129280"/>
            <a:ext cx="2793158" cy="2895599"/>
          </a:xfrm>
        </p:spPr>
        <p:txBody>
          <a:bodyPr/>
          <a:lstStyle>
            <a:lvl1pPr marL="0" indent="0">
              <a:buNone/>
              <a:defRPr sz="14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E86A4C-8E40-4F87-A4F0-01A0687C5742}" type="datetimeFigureOut">
              <a:rPr lang="en-US" dirty="0"/>
              <a:t>10/25/2026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Rectangle 10"/>
            <p:cNvSpPr/>
            <p:nvPr/>
          </p:nvSpPr>
          <p:spPr bwMode="gray">
            <a:xfrm>
              <a:off x="6172200" y="402165"/>
              <a:ext cx="5596465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Freeform 5"/>
            <p:cNvSpPr/>
            <p:nvPr/>
          </p:nvSpPr>
          <p:spPr bwMode="gray">
            <a:xfrm rot="15922489">
              <a:off x="4203594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6200000">
              <a:off x="3295432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5" y="1693333"/>
            <a:ext cx="3865134" cy="1735667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547870" y="1143000"/>
            <a:ext cx="3227193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marL="0" lvl="0" indent="0" algn="ctr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gray">
          <a:xfrm>
            <a:off x="1154954" y="3657600"/>
            <a:ext cx="3859212" cy="1371600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E72C73-2D91-4E12-BA25-F0AA0C03599B}" type="datetimeFigureOut">
              <a:rPr lang="en-US" dirty="0"/>
              <a:t>10/25/2026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3" name="Rectangle 1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Freeform 5"/>
            <p:cNvSpPr/>
            <p:nvPr/>
          </p:nvSpPr>
          <p:spPr bwMode="gray">
            <a:xfrm rot="10371525">
              <a:off x="263767" y="4438254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1" name="Freeform 5"/>
            <p:cNvSpPr/>
            <p:nvPr/>
          </p:nvSpPr>
          <p:spPr bwMode="gray">
            <a:xfrm rot="10800000">
              <a:off x="459506" y="321130"/>
              <a:ext cx="11277600" cy="4533900"/>
            </a:xfrm>
            <a:custGeom>
              <a:avLst/>
              <a:gdLst/>
              <a:ahLst/>
              <a:cxnLst/>
              <a:rect l="0" t="0" r="r" b="b"/>
              <a:pathLst>
                <a:path w="7104" h="2856">
                  <a:moveTo>
                    <a:pt x="0" y="0"/>
                  </a:moveTo>
                  <a:lnTo>
                    <a:pt x="0" y="2856"/>
                  </a:lnTo>
                  <a:lnTo>
                    <a:pt x="7104" y="2856"/>
                  </a:lnTo>
                  <a:lnTo>
                    <a:pt x="7104" y="1"/>
                  </a:lnTo>
                  <a:lnTo>
                    <a:pt x="7104" y="1"/>
                  </a:lnTo>
                  <a:lnTo>
                    <a:pt x="6943" y="26"/>
                  </a:lnTo>
                  <a:lnTo>
                    <a:pt x="6782" y="50"/>
                  </a:lnTo>
                  <a:lnTo>
                    <a:pt x="6621" y="73"/>
                  </a:lnTo>
                  <a:lnTo>
                    <a:pt x="6459" y="93"/>
                  </a:lnTo>
                  <a:lnTo>
                    <a:pt x="6298" y="113"/>
                  </a:lnTo>
                  <a:lnTo>
                    <a:pt x="6136" y="132"/>
                  </a:lnTo>
                  <a:lnTo>
                    <a:pt x="5976" y="148"/>
                  </a:lnTo>
                  <a:lnTo>
                    <a:pt x="5814" y="163"/>
                  </a:lnTo>
                  <a:lnTo>
                    <a:pt x="5653" y="177"/>
                  </a:lnTo>
                  <a:lnTo>
                    <a:pt x="5494" y="189"/>
                  </a:lnTo>
                  <a:lnTo>
                    <a:pt x="5334" y="201"/>
                  </a:lnTo>
                  <a:lnTo>
                    <a:pt x="5175" y="211"/>
                  </a:lnTo>
                  <a:lnTo>
                    <a:pt x="5017" y="219"/>
                  </a:lnTo>
                  <a:lnTo>
                    <a:pt x="4859" y="227"/>
                  </a:lnTo>
                  <a:lnTo>
                    <a:pt x="4703" y="234"/>
                  </a:lnTo>
                  <a:lnTo>
                    <a:pt x="4548" y="239"/>
                  </a:lnTo>
                  <a:lnTo>
                    <a:pt x="4393" y="243"/>
                  </a:lnTo>
                  <a:lnTo>
                    <a:pt x="4240" y="247"/>
                  </a:lnTo>
                  <a:lnTo>
                    <a:pt x="4088" y="249"/>
                  </a:lnTo>
                  <a:lnTo>
                    <a:pt x="3937" y="251"/>
                  </a:lnTo>
                  <a:lnTo>
                    <a:pt x="3788" y="252"/>
                  </a:lnTo>
                  <a:lnTo>
                    <a:pt x="3640" y="251"/>
                  </a:lnTo>
                  <a:lnTo>
                    <a:pt x="3494" y="251"/>
                  </a:lnTo>
                  <a:lnTo>
                    <a:pt x="3349" y="249"/>
                  </a:lnTo>
                  <a:lnTo>
                    <a:pt x="3207" y="246"/>
                  </a:lnTo>
                  <a:lnTo>
                    <a:pt x="3066" y="243"/>
                  </a:lnTo>
                  <a:lnTo>
                    <a:pt x="2928" y="240"/>
                  </a:lnTo>
                  <a:lnTo>
                    <a:pt x="2791" y="235"/>
                  </a:lnTo>
                  <a:lnTo>
                    <a:pt x="2656" y="230"/>
                  </a:lnTo>
                  <a:lnTo>
                    <a:pt x="2524" y="225"/>
                  </a:lnTo>
                  <a:lnTo>
                    <a:pt x="2266" y="212"/>
                  </a:lnTo>
                  <a:lnTo>
                    <a:pt x="2019" y="198"/>
                  </a:lnTo>
                  <a:lnTo>
                    <a:pt x="1782" y="183"/>
                  </a:lnTo>
                  <a:lnTo>
                    <a:pt x="1557" y="167"/>
                  </a:lnTo>
                  <a:lnTo>
                    <a:pt x="1343" y="150"/>
                  </a:lnTo>
                  <a:lnTo>
                    <a:pt x="1144" y="132"/>
                  </a:lnTo>
                  <a:lnTo>
                    <a:pt x="957" y="114"/>
                  </a:lnTo>
                  <a:lnTo>
                    <a:pt x="785" y="96"/>
                  </a:lnTo>
                  <a:lnTo>
                    <a:pt x="627" y="79"/>
                  </a:lnTo>
                  <a:lnTo>
                    <a:pt x="487" y="63"/>
                  </a:lnTo>
                  <a:lnTo>
                    <a:pt x="361" y="48"/>
                  </a:lnTo>
                  <a:lnTo>
                    <a:pt x="254" y="35"/>
                  </a:lnTo>
                  <a:lnTo>
                    <a:pt x="165" y="23"/>
                  </a:lnTo>
                  <a:lnTo>
                    <a:pt x="42" y="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4969927"/>
            <a:ext cx="8825659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4" y="685800"/>
            <a:ext cx="8825659" cy="3429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5536665"/>
            <a:ext cx="8825658" cy="493712"/>
          </a:xfrm>
        </p:spPr>
        <p:txBody>
          <a:bodyPr>
            <a:normAutofit/>
          </a:bodyPr>
          <a:lstStyle>
            <a:lvl1pPr marL="0" indent="0">
              <a:buNone/>
              <a:defRPr sz="12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3A1CC3-2375-41D4-9E03-427CAF2A4C1A}" type="datetimeFigureOut">
              <a:rPr lang="en-US" dirty="0"/>
              <a:t>10/25/2026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1" name="Rectangle 10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Oval 13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Freeform 5"/>
            <p:cNvSpPr/>
            <p:nvPr/>
          </p:nvSpPr>
          <p:spPr bwMode="gray">
            <a:xfrm rot="21010068">
              <a:off x="8490951" y="2714874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7" name="Freeform 5"/>
            <p:cNvSpPr/>
            <p:nvPr/>
          </p:nvSpPr>
          <p:spPr bwMode="gray">
            <a:xfrm>
              <a:off x="455612" y="2801319"/>
              <a:ext cx="11277600" cy="3602637"/>
            </a:xfrm>
            <a:custGeom>
              <a:avLst/>
              <a:gdLst/>
              <a:ahLst/>
              <a:cxnLst/>
              <a:rect l="l" t="t" r="r" b="b"/>
              <a:pathLst>
                <a:path w="10000" h="7946">
                  <a:moveTo>
                    <a:pt x="0" y="0"/>
                  </a:moveTo>
                  <a:lnTo>
                    <a:pt x="0" y="7945"/>
                  </a:lnTo>
                  <a:lnTo>
                    <a:pt x="10000" y="7946"/>
                  </a:lnTo>
                  <a:lnTo>
                    <a:pt x="10000" y="4"/>
                  </a:lnTo>
                  <a:lnTo>
                    <a:pt x="10000" y="4"/>
                  </a:lnTo>
                  <a:lnTo>
                    <a:pt x="9773" y="91"/>
                  </a:lnTo>
                  <a:lnTo>
                    <a:pt x="9547" y="175"/>
                  </a:lnTo>
                  <a:lnTo>
                    <a:pt x="9320" y="256"/>
                  </a:lnTo>
                  <a:lnTo>
                    <a:pt x="9092" y="326"/>
                  </a:lnTo>
                  <a:lnTo>
                    <a:pt x="8865" y="396"/>
                  </a:lnTo>
                  <a:lnTo>
                    <a:pt x="8637" y="462"/>
                  </a:lnTo>
                  <a:lnTo>
                    <a:pt x="8412" y="518"/>
                  </a:lnTo>
                  <a:lnTo>
                    <a:pt x="8184" y="571"/>
                  </a:lnTo>
                  <a:lnTo>
                    <a:pt x="7957" y="620"/>
                  </a:lnTo>
                  <a:lnTo>
                    <a:pt x="7734" y="662"/>
                  </a:lnTo>
                  <a:lnTo>
                    <a:pt x="7508" y="704"/>
                  </a:lnTo>
                  <a:lnTo>
                    <a:pt x="7285" y="739"/>
                  </a:lnTo>
                  <a:lnTo>
                    <a:pt x="7062" y="767"/>
                  </a:lnTo>
                  <a:lnTo>
                    <a:pt x="6840" y="795"/>
                  </a:lnTo>
                  <a:lnTo>
                    <a:pt x="6620" y="819"/>
                  </a:lnTo>
                  <a:lnTo>
                    <a:pt x="6402" y="837"/>
                  </a:lnTo>
                  <a:lnTo>
                    <a:pt x="6184" y="851"/>
                  </a:lnTo>
                  <a:lnTo>
                    <a:pt x="5968" y="865"/>
                  </a:lnTo>
                  <a:lnTo>
                    <a:pt x="5755" y="872"/>
                  </a:lnTo>
                  <a:lnTo>
                    <a:pt x="5542" y="879"/>
                  </a:lnTo>
                  <a:lnTo>
                    <a:pt x="5332" y="882"/>
                  </a:lnTo>
                  <a:lnTo>
                    <a:pt x="5124" y="879"/>
                  </a:lnTo>
                  <a:lnTo>
                    <a:pt x="4918" y="879"/>
                  </a:lnTo>
                  <a:lnTo>
                    <a:pt x="4714" y="872"/>
                  </a:lnTo>
                  <a:lnTo>
                    <a:pt x="4514" y="861"/>
                  </a:lnTo>
                  <a:lnTo>
                    <a:pt x="4316" y="851"/>
                  </a:lnTo>
                  <a:lnTo>
                    <a:pt x="4122" y="840"/>
                  </a:lnTo>
                  <a:lnTo>
                    <a:pt x="3929" y="823"/>
                  </a:lnTo>
                  <a:lnTo>
                    <a:pt x="3739" y="805"/>
                  </a:lnTo>
                  <a:lnTo>
                    <a:pt x="3553" y="788"/>
                  </a:lnTo>
                  <a:lnTo>
                    <a:pt x="3190" y="742"/>
                  </a:lnTo>
                  <a:lnTo>
                    <a:pt x="2842" y="693"/>
                  </a:lnTo>
                  <a:lnTo>
                    <a:pt x="2508" y="641"/>
                  </a:lnTo>
                  <a:lnTo>
                    <a:pt x="2192" y="585"/>
                  </a:lnTo>
                  <a:lnTo>
                    <a:pt x="1890" y="525"/>
                  </a:lnTo>
                  <a:lnTo>
                    <a:pt x="1610" y="462"/>
                  </a:lnTo>
                  <a:lnTo>
                    <a:pt x="1347" y="399"/>
                  </a:lnTo>
                  <a:lnTo>
                    <a:pt x="1105" y="336"/>
                  </a:lnTo>
                  <a:lnTo>
                    <a:pt x="883" y="277"/>
                  </a:lnTo>
                  <a:lnTo>
                    <a:pt x="686" y="221"/>
                  </a:lnTo>
                  <a:lnTo>
                    <a:pt x="508" y="168"/>
                  </a:lnTo>
                  <a:lnTo>
                    <a:pt x="358" y="123"/>
                  </a:lnTo>
                  <a:lnTo>
                    <a:pt x="232" y="81"/>
                  </a:lnTo>
                  <a:lnTo>
                    <a:pt x="59" y="21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8798" y="1063417"/>
            <a:ext cx="8831816" cy="1372986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543300"/>
            <a:ext cx="8825659" cy="24765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F16868-8199-4C2C-A5B1-63AEE139F88E}" type="datetimeFigureOut">
              <a:rPr lang="en-US" dirty="0"/>
              <a:t>10/25/2026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3" name="Rectangle 12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7" name="Rectangle 16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Oval 21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Oval 22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Oval 23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Oval 24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Freeform 5"/>
            <p:cNvSpPr/>
            <p:nvPr/>
          </p:nvSpPr>
          <p:spPr bwMode="gray">
            <a:xfrm rot="21010068">
              <a:off x="8490951" y="418511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>
              <a:off x="455612" y="4241801"/>
              <a:ext cx="11277600" cy="2337161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8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16" name="TextBox 15"/>
          <p:cNvSpPr txBox="1"/>
          <p:nvPr/>
        </p:nvSpPr>
        <p:spPr bwMode="gray">
          <a:xfrm>
            <a:off x="881566" y="607336"/>
            <a:ext cx="80191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96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 bwMode="gray">
          <a:xfrm>
            <a:off x="9884458" y="2613787"/>
            <a:ext cx="652763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96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81878" y="982134"/>
            <a:ext cx="8453906" cy="2696632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13"/>
          </p:nvPr>
        </p:nvSpPr>
        <p:spPr bwMode="gray">
          <a:xfrm>
            <a:off x="1945945" y="3678766"/>
            <a:ext cx="7731219" cy="342174"/>
          </a:xfrm>
        </p:spPr>
        <p:txBody>
          <a:bodyPr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  <a:ea typeface="+mn-ea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5029199"/>
            <a:ext cx="9244897" cy="997857"/>
          </a:xfrm>
        </p:spPr>
        <p:txBody>
          <a:bodyPr anchor="ctr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D9FF7F-6988-44CC-821B-644E70CD2F73}" type="datetimeFigureOut">
              <a:rPr lang="en-US" dirty="0"/>
              <a:t>10/25/2026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9" name="Rectangle 18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1" name="Rectangle 10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Freeform 5"/>
            <p:cNvSpPr/>
            <p:nvPr/>
          </p:nvSpPr>
          <p:spPr bwMode="gray">
            <a:xfrm rot="21010068">
              <a:off x="8490951" y="4193583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8" name="Freeform 5"/>
            <p:cNvSpPr/>
            <p:nvPr/>
          </p:nvSpPr>
          <p:spPr bwMode="gray">
            <a:xfrm>
              <a:off x="455612" y="4241801"/>
              <a:ext cx="11277600" cy="2337161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2370667"/>
            <a:ext cx="8825660" cy="1822514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5024967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12C299-16B2-4475-990D-751901EACC14}" type="datetimeFigureOut">
              <a:rPr lang="en-US" dirty="0"/>
              <a:t>10/25/2026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2"/>
            <a:ext cx="314187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54953" y="3179764"/>
            <a:ext cx="3141879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2721" y="2603500"/>
            <a:ext cx="314700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12721" y="3179763"/>
            <a:ext cx="3147009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88135" y="2603501"/>
            <a:ext cx="314573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88329" y="3179762"/>
            <a:ext cx="3145536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440397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777240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86839-B9D8-4651-8783-F325ECE74E65}" type="datetimeFigureOut">
              <a:rPr lang="en-US" dirty="0"/>
              <a:t>10/25/2026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532844"/>
            <a:ext cx="30504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334553" y="2603500"/>
            <a:ext cx="2691242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54954" y="5109106"/>
            <a:ext cx="3050438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68865" y="4532844"/>
            <a:ext cx="3050438" cy="576263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748462" y="2603500"/>
            <a:ext cx="2691243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4570172" y="5109105"/>
            <a:ext cx="3050438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82775" y="4532845"/>
            <a:ext cx="305109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163031" y="2603500"/>
            <a:ext cx="2691242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82775" y="5109104"/>
            <a:ext cx="3051096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43" name="Straight Connector 42"/>
          <p:cNvCxnSpPr/>
          <p:nvPr/>
        </p:nvCxnSpPr>
        <p:spPr>
          <a:xfrm>
            <a:off x="440583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>
            <a:off x="7797802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484F64-32F6-45C5-931F-ADC1662401D0}" type="datetimeFigureOut">
              <a:rPr lang="en-US" dirty="0"/>
              <a:t>10/25/2026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61111" y="6391838"/>
            <a:ext cx="3644282" cy="304801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54954" y="2603500"/>
            <a:ext cx="8825659" cy="3416300"/>
          </a:xfrm>
        </p:spPr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695439" y="6391838"/>
            <a:ext cx="990599" cy="304799"/>
          </a:xfrm>
        </p:spPr>
        <p:txBody>
          <a:bodyPr/>
          <a:lstStyle/>
          <a:p>
            <a:fld id="{53086D93-FCAC-47E0-A2EE-787E62CA814C}" type="datetimeFigureOut">
              <a:rPr lang="en-US" dirty="0"/>
              <a:t>10/25/2026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2" name="Rectangle 11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7" name="Rectangle 6"/>
            <p:cNvSpPr/>
            <p:nvPr/>
          </p:nvSpPr>
          <p:spPr bwMode="gray">
            <a:xfrm>
              <a:off x="414867" y="402165"/>
              <a:ext cx="6510866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Freeform 5"/>
            <p:cNvSpPr/>
            <p:nvPr/>
          </p:nvSpPr>
          <p:spPr bwMode="gray">
            <a:xfrm rot="5101749">
              <a:off x="6294738" y="457773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0" name="Freeform 5"/>
            <p:cNvSpPr/>
            <p:nvPr/>
          </p:nvSpPr>
          <p:spPr bwMode="gray">
            <a:xfrm rot="5400000">
              <a:off x="4449232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3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585235" y="1278467"/>
            <a:ext cx="1409965" cy="4748590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54954" y="1278467"/>
            <a:ext cx="6256025" cy="474859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653104" y="6391838"/>
            <a:ext cx="992135" cy="304799"/>
          </a:xfrm>
        </p:spPr>
        <p:txBody>
          <a:bodyPr/>
          <a:lstStyle/>
          <a:p>
            <a:fld id="{CDA879A6-0FD0-4734-A311-86BFCA472E6E}" type="datetimeFigureOut">
              <a:rPr lang="en-US" dirty="0"/>
              <a:t>10/25/2026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jpe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7" name="Rectangle 6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19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Oval 12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Freeform 5"/>
            <p:cNvSpPr/>
            <p:nvPr/>
          </p:nvSpPr>
          <p:spPr bwMode="gray">
            <a:xfrm rot="21010068">
              <a:off x="8490951" y="179751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9" name="Freeform 5"/>
            <p:cNvSpPr/>
            <p:nvPr/>
          </p:nvSpPr>
          <p:spPr bwMode="gray">
            <a:xfrm>
              <a:off x="459506" y="1866405"/>
              <a:ext cx="11277600" cy="4533900"/>
            </a:xfrm>
            <a:custGeom>
              <a:avLst/>
              <a:gdLst/>
              <a:ahLst/>
              <a:cxnLst/>
              <a:rect l="0" t="0" r="r" b="b"/>
              <a:pathLst>
                <a:path w="7104" h="2856">
                  <a:moveTo>
                    <a:pt x="0" y="0"/>
                  </a:moveTo>
                  <a:lnTo>
                    <a:pt x="0" y="2856"/>
                  </a:lnTo>
                  <a:lnTo>
                    <a:pt x="7104" y="2856"/>
                  </a:lnTo>
                  <a:lnTo>
                    <a:pt x="7104" y="1"/>
                  </a:lnTo>
                  <a:lnTo>
                    <a:pt x="7104" y="1"/>
                  </a:lnTo>
                  <a:lnTo>
                    <a:pt x="6943" y="26"/>
                  </a:lnTo>
                  <a:lnTo>
                    <a:pt x="6782" y="50"/>
                  </a:lnTo>
                  <a:lnTo>
                    <a:pt x="6621" y="73"/>
                  </a:lnTo>
                  <a:lnTo>
                    <a:pt x="6459" y="93"/>
                  </a:lnTo>
                  <a:lnTo>
                    <a:pt x="6298" y="113"/>
                  </a:lnTo>
                  <a:lnTo>
                    <a:pt x="6136" y="132"/>
                  </a:lnTo>
                  <a:lnTo>
                    <a:pt x="5976" y="148"/>
                  </a:lnTo>
                  <a:lnTo>
                    <a:pt x="5814" y="163"/>
                  </a:lnTo>
                  <a:lnTo>
                    <a:pt x="5653" y="177"/>
                  </a:lnTo>
                  <a:lnTo>
                    <a:pt x="5494" y="189"/>
                  </a:lnTo>
                  <a:lnTo>
                    <a:pt x="5334" y="201"/>
                  </a:lnTo>
                  <a:lnTo>
                    <a:pt x="5175" y="211"/>
                  </a:lnTo>
                  <a:lnTo>
                    <a:pt x="5017" y="219"/>
                  </a:lnTo>
                  <a:lnTo>
                    <a:pt x="4859" y="227"/>
                  </a:lnTo>
                  <a:lnTo>
                    <a:pt x="4703" y="234"/>
                  </a:lnTo>
                  <a:lnTo>
                    <a:pt x="4548" y="239"/>
                  </a:lnTo>
                  <a:lnTo>
                    <a:pt x="4393" y="243"/>
                  </a:lnTo>
                  <a:lnTo>
                    <a:pt x="4240" y="247"/>
                  </a:lnTo>
                  <a:lnTo>
                    <a:pt x="4088" y="249"/>
                  </a:lnTo>
                  <a:lnTo>
                    <a:pt x="3937" y="251"/>
                  </a:lnTo>
                  <a:lnTo>
                    <a:pt x="3788" y="252"/>
                  </a:lnTo>
                  <a:lnTo>
                    <a:pt x="3640" y="251"/>
                  </a:lnTo>
                  <a:lnTo>
                    <a:pt x="3494" y="251"/>
                  </a:lnTo>
                  <a:lnTo>
                    <a:pt x="3349" y="249"/>
                  </a:lnTo>
                  <a:lnTo>
                    <a:pt x="3207" y="246"/>
                  </a:lnTo>
                  <a:lnTo>
                    <a:pt x="3066" y="243"/>
                  </a:lnTo>
                  <a:lnTo>
                    <a:pt x="2928" y="240"/>
                  </a:lnTo>
                  <a:lnTo>
                    <a:pt x="2791" y="235"/>
                  </a:lnTo>
                  <a:lnTo>
                    <a:pt x="2656" y="230"/>
                  </a:lnTo>
                  <a:lnTo>
                    <a:pt x="2524" y="225"/>
                  </a:lnTo>
                  <a:lnTo>
                    <a:pt x="2266" y="212"/>
                  </a:lnTo>
                  <a:lnTo>
                    <a:pt x="2019" y="198"/>
                  </a:lnTo>
                  <a:lnTo>
                    <a:pt x="1782" y="183"/>
                  </a:lnTo>
                  <a:lnTo>
                    <a:pt x="1557" y="167"/>
                  </a:lnTo>
                  <a:lnTo>
                    <a:pt x="1343" y="150"/>
                  </a:lnTo>
                  <a:lnTo>
                    <a:pt x="1144" y="132"/>
                  </a:lnTo>
                  <a:lnTo>
                    <a:pt x="957" y="114"/>
                  </a:lnTo>
                  <a:lnTo>
                    <a:pt x="785" y="96"/>
                  </a:lnTo>
                  <a:lnTo>
                    <a:pt x="627" y="79"/>
                  </a:lnTo>
                  <a:lnTo>
                    <a:pt x="487" y="63"/>
                  </a:lnTo>
                  <a:lnTo>
                    <a:pt x="361" y="48"/>
                  </a:lnTo>
                  <a:lnTo>
                    <a:pt x="254" y="35"/>
                  </a:lnTo>
                  <a:lnTo>
                    <a:pt x="165" y="23"/>
                  </a:lnTo>
                  <a:lnTo>
                    <a:pt x="42" y="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4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gray">
          <a:xfrm>
            <a:off x="1154954" y="973668"/>
            <a:ext cx="8761413" cy="70696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0"/>
            <a:ext cx="8761413" cy="34163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653104" y="6391838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1" i="0">
                <a:solidFill>
                  <a:schemeClr val="accent1"/>
                </a:solidFill>
              </a:defRPr>
            </a:lvl1pPr>
          </a:lstStyle>
          <a:p>
            <a:fld id="{2BE451C3-0FF4-47C4-B829-773ADF60F88C}" type="datetimeFigureOut">
              <a:rPr lang="en-US" dirty="0"/>
              <a:t>10/25/2026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61110" y="6391838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1" i="0">
                <a:solidFill>
                  <a:schemeClr val="accent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21" name="Rectangle 20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bg1"/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73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68" r:id="rId9"/>
    <p:sldLayoutId id="2147483667" r:id="rId10"/>
    <p:sldLayoutId id="2147483661" r:id="rId11"/>
    <p:sldLayoutId id="2147483672" r:id="rId12"/>
    <p:sldLayoutId id="2147483662" r:id="rId13"/>
    <p:sldLayoutId id="2147483669" r:id="rId14"/>
    <p:sldLayoutId id="2147483670" r:id="rId15"/>
    <p:sldLayoutId id="2147483658" r:id="rId16"/>
    <p:sldLayoutId id="2147483659" r:id="rId17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3600" b="0" i="0" kern="1200">
          <a:solidFill>
            <a:schemeClr val="bg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10" Type="http://schemas.openxmlformats.org/officeDocument/2006/relationships/image" Target="../media/image18.png"/><Relationship Id="rId4" Type="http://schemas.openxmlformats.org/officeDocument/2006/relationships/image" Target="../media/image12.png"/><Relationship Id="rId9" Type="http://schemas.openxmlformats.org/officeDocument/2006/relationships/image" Target="../media/image17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diagramLayout" Target="../diagrams/layout3.xml"/><Relationship Id="rId13" Type="http://schemas.openxmlformats.org/officeDocument/2006/relationships/diagramLayout" Target="../diagrams/layout4.xml"/><Relationship Id="rId3" Type="http://schemas.openxmlformats.org/officeDocument/2006/relationships/diagramLayout" Target="../diagrams/layout2.xml"/><Relationship Id="rId7" Type="http://schemas.openxmlformats.org/officeDocument/2006/relationships/diagramData" Target="../diagrams/data3.xml"/><Relationship Id="rId12" Type="http://schemas.openxmlformats.org/officeDocument/2006/relationships/diagramData" Target="../diagrams/data4.xml"/><Relationship Id="rId2" Type="http://schemas.openxmlformats.org/officeDocument/2006/relationships/diagramData" Target="../diagrams/data2.xml"/><Relationship Id="rId16" Type="http://schemas.microsoft.com/office/2007/relationships/diagramDrawing" Target="../diagrams/drawing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11" Type="http://schemas.microsoft.com/office/2007/relationships/diagramDrawing" Target="../diagrams/drawing3.xml"/><Relationship Id="rId5" Type="http://schemas.openxmlformats.org/officeDocument/2006/relationships/diagramColors" Target="../diagrams/colors2.xml"/><Relationship Id="rId15" Type="http://schemas.openxmlformats.org/officeDocument/2006/relationships/diagramColors" Target="../diagrams/colors4.xml"/><Relationship Id="rId10" Type="http://schemas.openxmlformats.org/officeDocument/2006/relationships/diagramColors" Target="../diagrams/colors3.xml"/><Relationship Id="rId4" Type="http://schemas.openxmlformats.org/officeDocument/2006/relationships/diagramQuickStyle" Target="../diagrams/quickStyle2.xml"/><Relationship Id="rId9" Type="http://schemas.openxmlformats.org/officeDocument/2006/relationships/diagramQuickStyle" Target="../diagrams/quickStyle3.xml"/><Relationship Id="rId14" Type="http://schemas.openxmlformats.org/officeDocument/2006/relationships/diagramQuickStyle" Target="../diagrams/quickStyle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23.png"/><Relationship Id="rId7" Type="http://schemas.openxmlformats.org/officeDocument/2006/relationships/image" Target="../media/image27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10" Type="http://schemas.openxmlformats.org/officeDocument/2006/relationships/image" Target="../media/image30.png"/><Relationship Id="rId4" Type="http://schemas.openxmlformats.org/officeDocument/2006/relationships/image" Target="../media/image24.png"/><Relationship Id="rId9" Type="http://schemas.openxmlformats.org/officeDocument/2006/relationships/image" Target="../media/image29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4eU8rsZ82TA" TargetMode="External"/><Relationship Id="rId7" Type="http://schemas.openxmlformats.org/officeDocument/2006/relationships/hyperlink" Target="https://github.com/CSOIreland/Code-Transcompiler-using-LLMs-public/blob/main/README.md" TargetMode="External"/><Relationship Id="rId2" Type="http://schemas.openxmlformats.org/officeDocument/2006/relationships/hyperlink" Target="https://www.youtube.com/watch?v=vioJCGXSejQ&amp;t=356s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github.com/asnr/sas-to-r" TargetMode="External"/><Relationship Id="rId5" Type="http://schemas.openxmlformats.org/officeDocument/2006/relationships/hyperlink" Target="https://builder.aws.com/content/2cKbgI3WsAYTiDM0J48uEMVqOVW/understanding-the-7-rs-cloud-migration-strategies" TargetMode="External"/><Relationship Id="rId4" Type="http://schemas.openxmlformats.org/officeDocument/2006/relationships/hyperlink" Target="https://aws.amazon.com/what-is/cloud-migration-strategy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C7E530-03B6-8156-802E-3AA1B94E6D0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82139" y="2080620"/>
            <a:ext cx="11238806" cy="920276"/>
          </a:xfrm>
        </p:spPr>
        <p:txBody>
          <a:bodyPr/>
          <a:lstStyle/>
          <a:p>
            <a:pPr algn="ctr"/>
            <a:r>
              <a:rPr lang="en-US" sz="6000" dirty="0"/>
              <a:t>From On-Premises to Cloud: 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1F543AB-30BC-7246-CBF2-7DCB5BA96D4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38824" y="3000896"/>
            <a:ext cx="10083852" cy="507075"/>
          </a:xfrm>
        </p:spPr>
        <p:txBody>
          <a:bodyPr>
            <a:normAutofit/>
          </a:bodyPr>
          <a:lstStyle/>
          <a:p>
            <a:pPr algn="ctr"/>
            <a:r>
              <a:rPr lang="en-US" sz="2000" dirty="0">
                <a:solidFill>
                  <a:schemeClr val="bg1"/>
                </a:solidFill>
              </a:rPr>
              <a:t>Lessons Learned from an Enterprise AWS Migration at Fannie Mae</a:t>
            </a:r>
          </a:p>
          <a:p>
            <a:pPr algn="ctr"/>
            <a:endParaRPr lang="en-US" sz="2000" dirty="0">
              <a:solidFill>
                <a:schemeClr val="bg1"/>
              </a:solidFill>
            </a:endParaRP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E44EC045-ACD7-FDB8-A5CF-6A5B7240BE02}"/>
              </a:ext>
            </a:extLst>
          </p:cNvPr>
          <p:cNvSpPr txBox="1">
            <a:spLocks/>
          </p:cNvSpPr>
          <p:nvPr/>
        </p:nvSpPr>
        <p:spPr bwMode="gray">
          <a:xfrm>
            <a:off x="4705003" y="4771507"/>
            <a:ext cx="2781993" cy="1144891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 cap="all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200" b="0" i="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200" b="0" i="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200" b="0" i="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200" b="0" i="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200" b="0" i="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200" b="0" i="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b="1" dirty="0">
                <a:solidFill>
                  <a:schemeClr val="bg1"/>
                </a:solidFill>
                <a:cs typeface="Times New Roman" panose="02020603050405020304" pitchFamily="18" charset="0"/>
              </a:rPr>
              <a:t>Wujian Xue</a:t>
            </a:r>
          </a:p>
          <a:p>
            <a:pPr algn="ctr"/>
            <a:r>
              <a:rPr lang="en-US" b="1" dirty="0">
                <a:solidFill>
                  <a:schemeClr val="bg1"/>
                </a:solidFill>
                <a:cs typeface="Times New Roman" panose="02020603050405020304" pitchFamily="18" charset="0"/>
              </a:rPr>
              <a:t>Oct 2026</a:t>
            </a:r>
          </a:p>
          <a:p>
            <a:pPr algn="ctr"/>
            <a:r>
              <a:rPr lang="en-US" b="1" dirty="0">
                <a:solidFill>
                  <a:schemeClr val="bg1"/>
                </a:solidFill>
                <a:cs typeface="Times New Roman" panose="02020603050405020304" pitchFamily="18" charset="0"/>
              </a:rPr>
              <a:t>Cincinnati, OH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28A9202-98E5-0852-D355-C6C8631CCA54}"/>
              </a:ext>
            </a:extLst>
          </p:cNvPr>
          <p:cNvSpPr txBox="1"/>
          <p:nvPr/>
        </p:nvSpPr>
        <p:spPr>
          <a:xfrm>
            <a:off x="8007875" y="6182405"/>
            <a:ext cx="371307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bg1"/>
                </a:solidFill>
              </a:rPr>
              <a:t>2026 Women in Statistics and Data Science Conference, Cincinnati, OH</a:t>
            </a:r>
          </a:p>
        </p:txBody>
      </p:sp>
    </p:spTree>
    <p:extLst>
      <p:ext uri="{BB962C8B-B14F-4D97-AF65-F5344CB8AC3E}">
        <p14:creationId xmlns:p14="http://schemas.microsoft.com/office/powerpoint/2010/main" val="35862691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48EDF2-8E54-B45D-176B-457D10A49F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010401-06A1-81C3-6519-0A37820C4E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Background - Fannie Mae</a:t>
            </a:r>
          </a:p>
          <a:p>
            <a:r>
              <a:rPr lang="en-US" dirty="0"/>
              <a:t>Cloud Migration</a:t>
            </a:r>
          </a:p>
          <a:p>
            <a:r>
              <a:rPr lang="en-US" dirty="0"/>
              <a:t>My work in the migration</a:t>
            </a:r>
          </a:p>
          <a:p>
            <a:r>
              <a:rPr lang="en-US" altLang="zh-CN" dirty="0"/>
              <a:t>Lessons learned</a:t>
            </a:r>
            <a:r>
              <a:rPr lang="en-US" dirty="0"/>
              <a:t>: Efficiency and Accuracy</a:t>
            </a:r>
          </a:p>
          <a:p>
            <a:r>
              <a:rPr lang="en-US" dirty="0"/>
              <a:t>Gen AI and future of code conversion</a:t>
            </a:r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854E66F-8A13-1A8B-6EEA-628C9B863288}"/>
              </a:ext>
            </a:extLst>
          </p:cNvPr>
          <p:cNvSpPr txBox="1"/>
          <p:nvPr/>
        </p:nvSpPr>
        <p:spPr>
          <a:xfrm>
            <a:off x="8318270" y="6642556"/>
            <a:ext cx="387373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/>
              <a:t>2026 Women in Statistics and Data Science Conference, Cincinnati, OH</a:t>
            </a:r>
          </a:p>
        </p:txBody>
      </p:sp>
    </p:spTree>
    <p:extLst>
      <p:ext uri="{BB962C8B-B14F-4D97-AF65-F5344CB8AC3E}">
        <p14:creationId xmlns:p14="http://schemas.microsoft.com/office/powerpoint/2010/main" val="35368080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FEE76F-279D-D112-43F0-7D1482E70A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6102" y="915479"/>
            <a:ext cx="11338560" cy="706964"/>
          </a:xfrm>
        </p:spPr>
        <p:txBody>
          <a:bodyPr/>
          <a:lstStyle/>
          <a:p>
            <a:r>
              <a:rPr lang="en-US" dirty="0"/>
              <a:t>1. Background - Fannie Mae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1B3C0A-E402-FD38-F6EE-47BD7DE45E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6720" y="2719878"/>
            <a:ext cx="7506547" cy="3416300"/>
          </a:xfrm>
        </p:spPr>
        <p:txBody>
          <a:bodyPr>
            <a:normAutofit fontScale="92500" lnSpcReduction="10000"/>
          </a:bodyPr>
          <a:lstStyle/>
          <a:p>
            <a:r>
              <a:rPr lang="en-US" sz="2000" dirty="0"/>
              <a:t>Business: </a:t>
            </a:r>
          </a:p>
          <a:p>
            <a:pPr lvl="1"/>
            <a:r>
              <a:rPr lang="en-US" dirty="0"/>
              <a:t>Buy mortgage from lenders across the U.S., give lenders cash to make more home loans.</a:t>
            </a:r>
          </a:p>
          <a:p>
            <a:pPr lvl="1"/>
            <a:r>
              <a:rPr lang="en-US" dirty="0"/>
              <a:t>Pool most of the loans into mortgage-backed securities(MBS) and guarantees investors timely payment of principal and interest.</a:t>
            </a:r>
          </a:p>
          <a:p>
            <a:pPr lvl="1"/>
            <a:r>
              <a:rPr lang="en-US" dirty="0"/>
              <a:t>Earns guarantee fees on the security and interest income on the loan</a:t>
            </a:r>
          </a:p>
          <a:p>
            <a:endParaRPr lang="en-US" sz="2000" dirty="0"/>
          </a:p>
          <a:p>
            <a:r>
              <a:rPr lang="en-US" sz="2000" dirty="0"/>
              <a:t>Numbers: </a:t>
            </a:r>
          </a:p>
          <a:p>
            <a:pPr lvl="1"/>
            <a:r>
              <a:rPr lang="en-US" dirty="0"/>
              <a:t>Chartered by the Congress in 1938, under federal conservatorship in 2008. </a:t>
            </a:r>
          </a:p>
          <a:p>
            <a:pPr lvl="1"/>
            <a:r>
              <a:rPr lang="en-US" dirty="0"/>
              <a:t>Hold $4.3 trillion assets,  financed 25%  homes in the U.S. </a:t>
            </a:r>
          </a:p>
          <a:p>
            <a:endParaRPr lang="en-US" dirty="0"/>
          </a:p>
        </p:txBody>
      </p:sp>
      <p:graphicFrame>
        <p:nvGraphicFramePr>
          <p:cNvPr id="4" name="Diagram 3">
            <a:extLst>
              <a:ext uri="{FF2B5EF4-FFF2-40B4-BE49-F238E27FC236}">
                <a16:creationId xmlns:a16="http://schemas.microsoft.com/office/drawing/2014/main" id="{38FE3219-9ABF-6031-0DCC-13804982CC7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172757125"/>
              </p:ext>
            </p:extLst>
          </p:nvPr>
        </p:nvGraphicFramePr>
        <p:xfrm>
          <a:off x="8127999" y="2878666"/>
          <a:ext cx="3777460" cy="335088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38FDC64A-E5D9-9D5C-400B-437AA99E9EAE}"/>
              </a:ext>
            </a:extLst>
          </p:cNvPr>
          <p:cNvSpPr txBox="1"/>
          <p:nvPr/>
        </p:nvSpPr>
        <p:spPr>
          <a:xfrm>
            <a:off x="8318270" y="6642556"/>
            <a:ext cx="387373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/>
              <a:t>2026 Women in Statistics and Data Science Conference, Cincinnati, OH</a:t>
            </a:r>
          </a:p>
        </p:txBody>
      </p:sp>
    </p:spTree>
    <p:extLst>
      <p:ext uri="{BB962C8B-B14F-4D97-AF65-F5344CB8AC3E}">
        <p14:creationId xmlns:p14="http://schemas.microsoft.com/office/powerpoint/2010/main" val="26759969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400EA9-D2A4-324F-8606-3CDE0F06AA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2940" y="904805"/>
            <a:ext cx="8761413" cy="706964"/>
          </a:xfrm>
        </p:spPr>
        <p:txBody>
          <a:bodyPr/>
          <a:lstStyle/>
          <a:p>
            <a:r>
              <a:rPr lang="sv-SE" dirty="0"/>
              <a:t>2.Cloud Migration in Fannie Mae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19A460-4838-7CDF-9663-3122CC5F79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5354" y="2544234"/>
            <a:ext cx="3908113" cy="402167"/>
          </a:xfrm>
        </p:spPr>
        <p:txBody>
          <a:bodyPr/>
          <a:lstStyle/>
          <a:p>
            <a:r>
              <a:rPr lang="en-US" dirty="0"/>
              <a:t>7 Rs in AWS Cloud Migration</a:t>
            </a:r>
          </a:p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9DF2936-3CFA-A896-4C17-FEFAFAB205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070" y="3063876"/>
            <a:ext cx="4390862" cy="363618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92EEDFA-C1D6-BA5B-129B-7C8D1B083F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4621" y="2711877"/>
            <a:ext cx="1290890" cy="86180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0D3D017-E651-4304-4D01-96CFF661D97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6197" y="4004579"/>
            <a:ext cx="1388533" cy="10414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20FF08C-CB3B-2CF3-D883-FDF108A0C09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12019" y="4073065"/>
            <a:ext cx="1253067" cy="9398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3804DAD-7251-FD22-EE74-4352BA72AB0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99801" y="5350443"/>
            <a:ext cx="1580274" cy="93980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7C02668-4915-94EF-92A8-D28B7FEF467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48261" y="4073065"/>
            <a:ext cx="1531814" cy="708939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610F471-1F10-43CA-CBC1-1464D5C19FC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55103" y="5438609"/>
            <a:ext cx="1514018" cy="85163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30BB5AB5-3B15-369B-AC41-4379CF98DFDC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997392" y="5350443"/>
            <a:ext cx="1577323" cy="1003751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43EF7885-8894-6379-FF11-E2671C4ACAF7}"/>
              </a:ext>
            </a:extLst>
          </p:cNvPr>
          <p:cNvSpPr txBox="1"/>
          <p:nvPr/>
        </p:nvSpPr>
        <p:spPr>
          <a:xfrm>
            <a:off x="8318270" y="6642556"/>
            <a:ext cx="387373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/>
              <a:t>2026 Women in Statistics and Data Science Conference, Cincinnati, OH</a:t>
            </a:r>
          </a:p>
        </p:txBody>
      </p:sp>
    </p:spTree>
    <p:extLst>
      <p:ext uri="{BB962C8B-B14F-4D97-AF65-F5344CB8AC3E}">
        <p14:creationId xmlns:p14="http://schemas.microsoft.com/office/powerpoint/2010/main" val="45925032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EDDE69-3F80-8204-405C-BCA5C05A36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4627" y="872232"/>
            <a:ext cx="10164979" cy="706964"/>
          </a:xfrm>
        </p:spPr>
        <p:txBody>
          <a:bodyPr/>
          <a:lstStyle/>
          <a:p>
            <a:r>
              <a:rPr lang="en-US" dirty="0"/>
              <a:t>2. Cloud in other organizations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573DF9-3166-A60E-52C2-E39C8F06DE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7933" y="2290234"/>
            <a:ext cx="11396134" cy="706964"/>
          </a:xfrm>
        </p:spPr>
        <p:txBody>
          <a:bodyPr/>
          <a:lstStyle/>
          <a:p>
            <a:r>
              <a:rPr lang="en-US" dirty="0"/>
              <a:t>Financial regulators, banks, Asset management companies, payment companies and exchanges also have cloud migration. </a:t>
            </a:r>
          </a:p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CF5AB3C-3BC2-1BB0-A480-079D7BC5D9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283" y="4025063"/>
            <a:ext cx="2007612" cy="200761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2CB48E5-6543-1116-993A-705850C76D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6605" y="2957435"/>
            <a:ext cx="1257396" cy="125739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8FC7744-7040-39EC-5B32-811FF775C27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18208" y="3021465"/>
            <a:ext cx="1887113" cy="104974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1366866-BA32-93EF-E882-DA10563BE90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44375" y="4463839"/>
            <a:ext cx="1829936" cy="101394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4314B818-2604-D038-6A7F-2DFDACE5B25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50065" y="4463839"/>
            <a:ext cx="1397559" cy="92942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A0405E3-91AB-1BC4-4432-802AF71DEA2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14386" y="3429000"/>
            <a:ext cx="2105887" cy="58800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13E1CFE-00BD-35DB-84AE-E1D73862115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269841" y="4524514"/>
            <a:ext cx="1652317" cy="929428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B3EE2673-0819-48AC-AEC6-AEC75FFFAD69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347163" y="4578302"/>
            <a:ext cx="1167504" cy="700502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F2CBC153-62D9-D625-079A-DEB8576A0CB2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864668" y="2933161"/>
            <a:ext cx="2244366" cy="1347277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F88CB34E-20BE-1714-5A1C-D6DA56BD9749}"/>
              </a:ext>
            </a:extLst>
          </p:cNvPr>
          <p:cNvSpPr txBox="1"/>
          <p:nvPr/>
        </p:nvSpPr>
        <p:spPr>
          <a:xfrm>
            <a:off x="8318270" y="6642556"/>
            <a:ext cx="387373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/>
              <a:t>2026 Women in Statistics and Data Science Conference, Cincinnati, OH</a:t>
            </a:r>
          </a:p>
        </p:txBody>
      </p:sp>
    </p:spTree>
    <p:extLst>
      <p:ext uri="{BB962C8B-B14F-4D97-AF65-F5344CB8AC3E}">
        <p14:creationId xmlns:p14="http://schemas.microsoft.com/office/powerpoint/2010/main" val="77183669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9CEDFC-FB8B-5C8E-0043-6AAE4647DE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0197" y="877915"/>
            <a:ext cx="8761413" cy="706964"/>
          </a:xfrm>
        </p:spPr>
        <p:txBody>
          <a:bodyPr/>
          <a:lstStyle/>
          <a:p>
            <a:r>
              <a:rPr lang="en-US" dirty="0"/>
              <a:t>3. My work in the cloud migration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60E313-0497-11D3-5F35-E50D606AC6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7248" y="2271461"/>
            <a:ext cx="11287814" cy="462437"/>
          </a:xfrm>
        </p:spPr>
        <p:txBody>
          <a:bodyPr>
            <a:normAutofit/>
          </a:bodyPr>
          <a:lstStyle/>
          <a:p>
            <a:r>
              <a:rPr lang="en-US" altLang="zh-CN" dirty="0"/>
              <a:t>I worked in EMA to migrate CCAF models from SAS to</a:t>
            </a:r>
            <a:r>
              <a:rPr lang="zh-CN" altLang="en-US" dirty="0"/>
              <a:t> </a:t>
            </a:r>
            <a:r>
              <a:rPr lang="en-US" altLang="zh-CN" dirty="0"/>
              <a:t>R/Python</a:t>
            </a:r>
            <a:endParaRPr lang="en-US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EE1A2269-9CB7-D78D-F2AA-2C255022BB68}"/>
              </a:ext>
            </a:extLst>
          </p:cNvPr>
          <p:cNvSpPr txBox="1">
            <a:spLocks/>
          </p:cNvSpPr>
          <p:nvPr/>
        </p:nvSpPr>
        <p:spPr>
          <a:xfrm>
            <a:off x="117248" y="4196468"/>
            <a:ext cx="4062668" cy="37799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35065E8-B245-ACF7-1E53-587354147EDB}"/>
              </a:ext>
            </a:extLst>
          </p:cNvPr>
          <p:cNvSpPr txBox="1"/>
          <p:nvPr/>
        </p:nvSpPr>
        <p:spPr>
          <a:xfrm>
            <a:off x="251374" y="4373321"/>
            <a:ext cx="30987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Enterprise Modeling and Analytics</a:t>
            </a:r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FA3CF30E-B820-0981-059C-A22403E3347E}"/>
              </a:ext>
            </a:extLst>
          </p:cNvPr>
          <p:cNvSpPr txBox="1">
            <a:spLocks/>
          </p:cNvSpPr>
          <p:nvPr/>
        </p:nvSpPr>
        <p:spPr>
          <a:xfrm>
            <a:off x="8503920" y="2887873"/>
            <a:ext cx="3541222" cy="3779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00" dirty="0"/>
              <a:t>Dollar loss / unpaid principal balance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9E02AED-2106-FDE2-19E1-34D40C3491F9}"/>
              </a:ext>
            </a:extLst>
          </p:cNvPr>
          <p:cNvSpPr/>
          <p:nvPr/>
        </p:nvSpPr>
        <p:spPr>
          <a:xfrm>
            <a:off x="5184933" y="5779946"/>
            <a:ext cx="922717" cy="3987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Unix</a:t>
            </a:r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FE94FFC-12F0-1356-CFB5-F73145587BD5}"/>
              </a:ext>
            </a:extLst>
          </p:cNvPr>
          <p:cNvSpPr/>
          <p:nvPr/>
        </p:nvSpPr>
        <p:spPr>
          <a:xfrm>
            <a:off x="8833758" y="5790567"/>
            <a:ext cx="922717" cy="39241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Putty</a:t>
            </a:r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E091B60-5CA9-8B90-801C-EF861E3BDE58}"/>
              </a:ext>
            </a:extLst>
          </p:cNvPr>
          <p:cNvSpPr/>
          <p:nvPr/>
        </p:nvSpPr>
        <p:spPr>
          <a:xfrm>
            <a:off x="7007502" y="5764108"/>
            <a:ext cx="1023503" cy="43114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WinSCP</a:t>
            </a:r>
            <a:endParaRPr lang="en-US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1E22C01-B998-89AB-8C13-AF595AFC69FB}"/>
              </a:ext>
            </a:extLst>
          </p:cNvPr>
          <p:cNvSpPr/>
          <p:nvPr/>
        </p:nvSpPr>
        <p:spPr>
          <a:xfrm>
            <a:off x="10346874" y="5788944"/>
            <a:ext cx="940940" cy="38972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Git</a:t>
            </a:r>
            <a:endParaRPr lang="en-US" dirty="0"/>
          </a:p>
        </p:txBody>
      </p:sp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F8D7C319-6BA3-AB7E-C66E-85829E947658}"/>
              </a:ext>
            </a:extLst>
          </p:cNvPr>
          <p:cNvSpPr txBox="1">
            <a:spLocks/>
          </p:cNvSpPr>
          <p:nvPr/>
        </p:nvSpPr>
        <p:spPr>
          <a:xfrm>
            <a:off x="2384" y="4998675"/>
            <a:ext cx="11287814" cy="46243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dirty="0"/>
              <a:t>Technologies used in the migration: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B5F8E24-132B-C328-20AD-389B40BDFB6D}"/>
              </a:ext>
            </a:extLst>
          </p:cNvPr>
          <p:cNvSpPr txBox="1"/>
          <p:nvPr/>
        </p:nvSpPr>
        <p:spPr>
          <a:xfrm>
            <a:off x="8318270" y="6642556"/>
            <a:ext cx="387373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/>
              <a:t>2026 Women in Statistics and Data Science Conference, Cincinnati, OH</a:t>
            </a:r>
          </a:p>
        </p:txBody>
      </p:sp>
      <p:graphicFrame>
        <p:nvGraphicFramePr>
          <p:cNvPr id="24" name="Diagram 23">
            <a:extLst>
              <a:ext uri="{FF2B5EF4-FFF2-40B4-BE49-F238E27FC236}">
                <a16:creationId xmlns:a16="http://schemas.microsoft.com/office/drawing/2014/main" id="{0A15DD1E-92CE-31F5-DDDA-D5633CAC2B8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22395865"/>
              </p:ext>
            </p:extLst>
          </p:nvPr>
        </p:nvGraphicFramePr>
        <p:xfrm>
          <a:off x="904186" y="5370021"/>
          <a:ext cx="2969545" cy="133373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graphicFrame>
        <p:nvGraphicFramePr>
          <p:cNvPr id="25" name="Diagram 24">
            <a:extLst>
              <a:ext uri="{FF2B5EF4-FFF2-40B4-BE49-F238E27FC236}">
                <a16:creationId xmlns:a16="http://schemas.microsoft.com/office/drawing/2014/main" id="{B20DBF33-8D8A-6D19-0630-C171097B501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610204422"/>
              </p:ext>
            </p:extLst>
          </p:nvPr>
        </p:nvGraphicFramePr>
        <p:xfrm>
          <a:off x="4058432" y="2725879"/>
          <a:ext cx="5624511" cy="234522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7" r:lo="rId8" r:qs="rId9" r:cs="rId10"/>
          </a:graphicData>
        </a:graphic>
      </p:graphicFrame>
      <p:sp>
        <p:nvSpPr>
          <p:cNvPr id="26" name="Content Placeholder 2">
            <a:extLst>
              <a:ext uri="{FF2B5EF4-FFF2-40B4-BE49-F238E27FC236}">
                <a16:creationId xmlns:a16="http://schemas.microsoft.com/office/drawing/2014/main" id="{4D99993D-52A1-B0FA-788E-01115C444ABE}"/>
              </a:ext>
            </a:extLst>
          </p:cNvPr>
          <p:cNvSpPr txBox="1">
            <a:spLocks/>
          </p:cNvSpPr>
          <p:nvPr/>
        </p:nvSpPr>
        <p:spPr>
          <a:xfrm>
            <a:off x="8576263" y="3760183"/>
            <a:ext cx="1349133" cy="3779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00" dirty="0"/>
              <a:t>PFS, TPS, REO</a:t>
            </a:r>
          </a:p>
        </p:txBody>
      </p:sp>
      <p:graphicFrame>
        <p:nvGraphicFramePr>
          <p:cNvPr id="27" name="Diagram 26">
            <a:extLst>
              <a:ext uri="{FF2B5EF4-FFF2-40B4-BE49-F238E27FC236}">
                <a16:creationId xmlns:a16="http://schemas.microsoft.com/office/drawing/2014/main" id="{22D1D931-35DC-91BC-A18C-0F06DD4FC99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826736822"/>
              </p:ext>
            </p:extLst>
          </p:nvPr>
        </p:nvGraphicFramePr>
        <p:xfrm>
          <a:off x="870324" y="3317682"/>
          <a:ext cx="1329305" cy="121171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12" r:lo="rId13" r:qs="rId14" r:cs="rId15"/>
          </a:graphicData>
        </a:graphic>
      </p:graphicFrame>
    </p:spTree>
    <p:extLst>
      <p:ext uri="{BB962C8B-B14F-4D97-AF65-F5344CB8AC3E}">
        <p14:creationId xmlns:p14="http://schemas.microsoft.com/office/powerpoint/2010/main" val="19069710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74E6D8-5629-464B-16EF-F19EF89AB1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6190" y="890541"/>
            <a:ext cx="8761413" cy="706964"/>
          </a:xfrm>
        </p:spPr>
        <p:txBody>
          <a:bodyPr/>
          <a:lstStyle/>
          <a:p>
            <a:r>
              <a:rPr lang="en-US" dirty="0"/>
              <a:t>3. My work in the cloud migration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92FB1B-D47B-36EB-3272-31AFE74731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9381" y="2345805"/>
            <a:ext cx="11346874" cy="355831"/>
          </a:xfrm>
        </p:spPr>
        <p:txBody>
          <a:bodyPr>
            <a:normAutofit fontScale="70000" lnSpcReduction="20000"/>
          </a:bodyPr>
          <a:lstStyle/>
          <a:p>
            <a:r>
              <a:rPr lang="en-US" dirty="0"/>
              <a:t>I d</a:t>
            </a:r>
            <a:r>
              <a:rPr lang="en-US" altLang="zh-CN" dirty="0"/>
              <a:t>idn’t</a:t>
            </a:r>
            <a:r>
              <a:rPr lang="en-US" dirty="0"/>
              <a:t> have access to SAS. I only had the SAS code and log files. I had to ask my teammates to create some intermediate datasets.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A611D1E-7478-2FC3-6B1F-4EF0867A79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9969" y="2816815"/>
            <a:ext cx="4362386" cy="365745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F158359-594C-41DC-CFE5-FE178A4C5B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261" y="2820971"/>
            <a:ext cx="2247708" cy="382158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EC766DBC-F7D3-BB94-232C-E7402B4003E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48305" y="2867543"/>
            <a:ext cx="4743695" cy="365745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D79C72A-35A2-9C99-559F-E435C87ABD65}"/>
              </a:ext>
            </a:extLst>
          </p:cNvPr>
          <p:cNvSpPr txBox="1"/>
          <p:nvPr/>
        </p:nvSpPr>
        <p:spPr>
          <a:xfrm>
            <a:off x="8318270" y="6642556"/>
            <a:ext cx="387373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/>
              <a:t>2026 Women in Statistics and Data Science Conference, Cincinnati, OH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A614D2D-0E06-7D9D-06C1-162B4B6D1463}"/>
              </a:ext>
            </a:extLst>
          </p:cNvPr>
          <p:cNvSpPr/>
          <p:nvPr/>
        </p:nvSpPr>
        <p:spPr>
          <a:xfrm>
            <a:off x="4384102" y="3344158"/>
            <a:ext cx="2658253" cy="707886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4000" b="1" cap="none" spc="50" dirty="0">
                <a:ln w="0"/>
                <a:solidFill>
                  <a:schemeClr val="bg2"/>
                </a:solidFill>
                <a:effectLst>
                  <a:innerShdw blurRad="63500" dist="50800" dir="13500000">
                    <a:srgbClr val="000000">
                      <a:alpha val="50000"/>
                    </a:srgbClr>
                  </a:innerShdw>
                </a:effectLst>
              </a:rPr>
              <a:t>Sample</a:t>
            </a:r>
          </a:p>
        </p:txBody>
      </p:sp>
    </p:spTree>
    <p:extLst>
      <p:ext uri="{BB962C8B-B14F-4D97-AF65-F5344CB8AC3E}">
        <p14:creationId xmlns:p14="http://schemas.microsoft.com/office/powerpoint/2010/main" val="1738706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7337D7-0147-3295-D795-C3F0374F0F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1252" y="838200"/>
            <a:ext cx="10042290" cy="706964"/>
          </a:xfrm>
        </p:spPr>
        <p:txBody>
          <a:bodyPr/>
          <a:lstStyle/>
          <a:p>
            <a:r>
              <a:rPr lang="en-US" dirty="0"/>
              <a:t>3. My work – Steps for code conversion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67F445-5021-145D-6E5E-ABD15CE5BE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302" y="3429000"/>
            <a:ext cx="2510443" cy="2722418"/>
          </a:xfrm>
          <a:ln>
            <a:solidFill>
              <a:schemeClr val="accent1"/>
            </a:solidFill>
          </a:ln>
        </p:spPr>
        <p:txBody>
          <a:bodyPr>
            <a:normAutofit fontScale="92500" lnSpcReduction="10000"/>
          </a:bodyPr>
          <a:lstStyle/>
          <a:p>
            <a:pPr marL="115888" indent="-115888"/>
            <a:r>
              <a:rPr lang="en-US" sz="1100" dirty="0"/>
              <a:t>Convert sas7bdat to </a:t>
            </a:r>
            <a:r>
              <a:rPr lang="en-US" sz="1100" dirty="0" err="1"/>
              <a:t>rds</a:t>
            </a:r>
            <a:endParaRPr lang="en-US" sz="1100" dirty="0"/>
          </a:p>
          <a:p>
            <a:pPr marL="115888" indent="-115888"/>
            <a:r>
              <a:rPr lang="en-US" sz="1100" dirty="0"/>
              <a:t>Import dataset</a:t>
            </a:r>
          </a:p>
          <a:p>
            <a:pPr marL="115888" indent="-115888"/>
            <a:r>
              <a:rPr lang="en-US" sz="1100" dirty="0"/>
              <a:t>Data format: sas7bdat/</a:t>
            </a:r>
            <a:r>
              <a:rPr lang="en-US" sz="1100" dirty="0" err="1"/>
              <a:t>rds</a:t>
            </a:r>
            <a:r>
              <a:rPr lang="en-US" sz="1100" dirty="0"/>
              <a:t>/parquet</a:t>
            </a:r>
          </a:p>
          <a:p>
            <a:pPr marL="115888" indent="-115888"/>
            <a:endParaRPr lang="en-US" sz="1100" dirty="0"/>
          </a:p>
          <a:p>
            <a:pPr marL="115888" indent="-115888"/>
            <a:r>
              <a:rPr lang="en-US" sz="1100" dirty="0"/>
              <a:t>date/month/time,</a:t>
            </a:r>
          </a:p>
          <a:p>
            <a:pPr marL="115888" indent="-115888"/>
            <a:r>
              <a:rPr lang="en-US" sz="1100" dirty="0"/>
              <a:t>Origin date</a:t>
            </a:r>
          </a:p>
          <a:p>
            <a:pPr marL="115888" indent="-115888"/>
            <a:r>
              <a:rPr lang="en-US" sz="1100" dirty="0"/>
              <a:t>missing values, </a:t>
            </a:r>
          </a:p>
          <a:p>
            <a:pPr marL="115888" indent="-115888"/>
            <a:r>
              <a:rPr lang="en-US" sz="1100" dirty="0"/>
              <a:t>N/A </a:t>
            </a:r>
          </a:p>
          <a:p>
            <a:pPr marL="115888" indent="-115888"/>
            <a:endParaRPr lang="en-US" sz="1100" dirty="0"/>
          </a:p>
          <a:p>
            <a:pPr marL="115888" indent="-115888"/>
            <a:r>
              <a:rPr lang="en-US" sz="1100" dirty="0"/>
              <a:t>Updated monthly</a:t>
            </a:r>
          </a:p>
          <a:p>
            <a:endParaRPr lang="en-US" sz="1200" dirty="0"/>
          </a:p>
          <a:p>
            <a:endParaRPr lang="en-US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89CA6D24-3ADA-E3BB-4FBE-869EADDB6510}"/>
              </a:ext>
            </a:extLst>
          </p:cNvPr>
          <p:cNvSpPr txBox="1">
            <a:spLocks/>
          </p:cNvSpPr>
          <p:nvPr/>
        </p:nvSpPr>
        <p:spPr>
          <a:xfrm>
            <a:off x="3358705" y="3429000"/>
            <a:ext cx="2755306" cy="2722418"/>
          </a:xfrm>
          <a:prstGeom prst="rect">
            <a:avLst/>
          </a:prstGeom>
          <a:ln>
            <a:solidFill>
              <a:schemeClr val="accent1"/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115888" indent="-115888"/>
            <a:r>
              <a:rPr lang="en-US" sz="1100" dirty="0"/>
              <a:t>Variables: filter data </a:t>
            </a:r>
          </a:p>
          <a:p>
            <a:pPr marL="115888" indent="-115888"/>
            <a:r>
              <a:rPr lang="en-US" sz="1100" dirty="0"/>
              <a:t>merge tables</a:t>
            </a:r>
          </a:p>
          <a:p>
            <a:pPr marL="515938" lvl="1" indent="-115888"/>
            <a:r>
              <a:rPr lang="en-US" sz="900" dirty="0"/>
              <a:t>Concatenate</a:t>
            </a:r>
          </a:p>
          <a:p>
            <a:pPr marL="515938" lvl="1" indent="-115888"/>
            <a:r>
              <a:rPr lang="en-US" sz="900" dirty="0"/>
              <a:t>match merging (with n= dataset option)</a:t>
            </a:r>
          </a:p>
          <a:p>
            <a:pPr marL="515938" lvl="1" indent="-115888"/>
            <a:r>
              <a:rPr lang="en-US" sz="900" dirty="0"/>
              <a:t>match merging (if a and b)</a:t>
            </a:r>
          </a:p>
          <a:p>
            <a:pPr marL="115888" indent="-115888"/>
            <a:r>
              <a:rPr lang="en-US" sz="1100" dirty="0"/>
              <a:t>Loops: </a:t>
            </a:r>
          </a:p>
          <a:p>
            <a:pPr marL="515938" lvl="1" indent="-115888"/>
            <a:r>
              <a:rPr lang="en-US" sz="900" dirty="0"/>
              <a:t>do until</a:t>
            </a:r>
          </a:p>
          <a:p>
            <a:pPr marL="515938" lvl="1" indent="-115888"/>
            <a:r>
              <a:rPr lang="en-US" sz="900" dirty="0"/>
              <a:t>Nested do loops</a:t>
            </a:r>
          </a:p>
          <a:p>
            <a:endParaRPr lang="en-US" sz="1200" dirty="0"/>
          </a:p>
          <a:p>
            <a:endParaRPr lang="en-US" dirty="0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0B6D6B54-A311-EB16-8BD2-E3485F3BBABB}"/>
              </a:ext>
            </a:extLst>
          </p:cNvPr>
          <p:cNvSpPr txBox="1">
            <a:spLocks/>
          </p:cNvSpPr>
          <p:nvPr/>
        </p:nvSpPr>
        <p:spPr>
          <a:xfrm>
            <a:off x="6400800" y="3429000"/>
            <a:ext cx="2435629" cy="2722418"/>
          </a:xfrm>
          <a:prstGeom prst="rect">
            <a:avLst/>
          </a:prstGeom>
          <a:ln>
            <a:solidFill>
              <a:schemeClr val="accent1"/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115888" indent="-115888"/>
            <a:r>
              <a:rPr lang="en-US" sz="1200" dirty="0"/>
              <a:t>Spline in Linear/logistic regression</a:t>
            </a:r>
          </a:p>
          <a:p>
            <a:pPr marL="115888" indent="-115888"/>
            <a:r>
              <a:rPr lang="en-US" sz="1200" dirty="0"/>
              <a:t>Two step regression</a:t>
            </a:r>
          </a:p>
          <a:p>
            <a:endParaRPr lang="en-US" sz="1200" dirty="0"/>
          </a:p>
          <a:p>
            <a:endParaRPr lang="en-US" dirty="0"/>
          </a:p>
        </p:txBody>
      </p:sp>
      <p:graphicFrame>
        <p:nvGraphicFramePr>
          <p:cNvPr id="11" name="Content Placeholder 9">
            <a:extLst>
              <a:ext uri="{FF2B5EF4-FFF2-40B4-BE49-F238E27FC236}">
                <a16:creationId xmlns:a16="http://schemas.microsoft.com/office/drawing/2014/main" id="{4207582E-C159-7D00-332B-C4D21A4671D1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715554497"/>
              </p:ext>
            </p:extLst>
          </p:nvPr>
        </p:nvGraphicFramePr>
        <p:xfrm>
          <a:off x="498764" y="2292926"/>
          <a:ext cx="11230494" cy="113607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7FA28388-176F-6365-7397-2844E903A1F6}"/>
              </a:ext>
            </a:extLst>
          </p:cNvPr>
          <p:cNvSpPr txBox="1">
            <a:spLocks/>
          </p:cNvSpPr>
          <p:nvPr/>
        </p:nvSpPr>
        <p:spPr>
          <a:xfrm>
            <a:off x="9320313" y="3429000"/>
            <a:ext cx="2372924" cy="2722418"/>
          </a:xfrm>
          <a:prstGeom prst="rect">
            <a:avLst/>
          </a:prstGeom>
          <a:ln>
            <a:solidFill>
              <a:schemeClr val="accent1"/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115888" indent="-115888"/>
            <a:r>
              <a:rPr lang="en-US" sz="1200" dirty="0"/>
              <a:t>Comparison </a:t>
            </a:r>
          </a:p>
          <a:p>
            <a:pPr marL="115888" indent="-115888"/>
            <a:r>
              <a:rPr lang="en-US" sz="1200" dirty="0"/>
              <a:t>Explanations</a:t>
            </a:r>
          </a:p>
          <a:p>
            <a:pPr marL="115888" indent="-115888"/>
            <a:r>
              <a:rPr lang="en-US" sz="1200" dirty="0"/>
              <a:t>Tables: modify R outputs</a:t>
            </a:r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57131A5-54F0-841D-69D4-7EEE7184D6DB}"/>
              </a:ext>
            </a:extLst>
          </p:cNvPr>
          <p:cNvSpPr txBox="1"/>
          <p:nvPr/>
        </p:nvSpPr>
        <p:spPr>
          <a:xfrm>
            <a:off x="8318270" y="6642556"/>
            <a:ext cx="387373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/>
              <a:t>2026 Women in Statistics and Data Science Conference, Cincinnati, OH</a:t>
            </a:r>
          </a:p>
        </p:txBody>
      </p:sp>
    </p:spTree>
    <p:extLst>
      <p:ext uri="{BB962C8B-B14F-4D97-AF65-F5344CB8AC3E}">
        <p14:creationId xmlns:p14="http://schemas.microsoft.com/office/powerpoint/2010/main" val="421355377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9F518D-1434-AE71-CCC6-D64E06915B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4954" y="973668"/>
            <a:ext cx="10607555" cy="706964"/>
          </a:xfrm>
        </p:spPr>
        <p:txBody>
          <a:bodyPr/>
          <a:lstStyle/>
          <a:p>
            <a:r>
              <a:rPr lang="en-US" dirty="0"/>
              <a:t>Frequently used PROC/function/libraries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CBA42F75-680C-A81B-84A0-DA0E40F258F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26399" y="2509751"/>
            <a:ext cx="1626104" cy="66670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7BD5840-F2C6-1A5A-1517-943BC2A315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3120" y="2509751"/>
            <a:ext cx="2143471" cy="80315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16CB4E1-CEBD-AED6-2445-99887725046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74201" y="3434225"/>
            <a:ext cx="992039" cy="114466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2AB084F-E479-8EF3-2BB0-A5822B0EF32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44516" y="3434225"/>
            <a:ext cx="990658" cy="114325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04A1EED-0038-873F-C6BA-0E355F8E315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51097" y="4546149"/>
            <a:ext cx="992039" cy="114497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354C418-AD76-DC26-22AB-85602CD6D51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717247" y="5759648"/>
            <a:ext cx="1244595" cy="754459"/>
          </a:xfrm>
          <a:prstGeom prst="rect">
            <a:avLst/>
          </a:prstGeom>
        </p:spPr>
      </p:pic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C22F3EEE-34DB-D712-B6B4-1B0950501B74}"/>
              </a:ext>
            </a:extLst>
          </p:cNvPr>
          <p:cNvSpPr txBox="1">
            <a:spLocks/>
          </p:cNvSpPr>
          <p:nvPr/>
        </p:nvSpPr>
        <p:spPr>
          <a:xfrm>
            <a:off x="356827" y="3547788"/>
            <a:ext cx="2512932" cy="3071181"/>
          </a:xfrm>
          <a:prstGeom prst="rect">
            <a:avLst/>
          </a:prstGeom>
          <a:ln>
            <a:solidFill>
              <a:schemeClr val="accent1"/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PROC GENMOD</a:t>
            </a:r>
          </a:p>
          <a:p>
            <a:r>
              <a:rPr lang="en-US" dirty="0"/>
              <a:t>PROC LOGISTIC</a:t>
            </a:r>
          </a:p>
          <a:p>
            <a:r>
              <a:rPr lang="en-US" dirty="0"/>
              <a:t>PROC FORMAT</a:t>
            </a:r>
          </a:p>
          <a:p>
            <a:r>
              <a:rPr lang="en-US" dirty="0"/>
              <a:t>PROC SORT</a:t>
            </a:r>
          </a:p>
          <a:p>
            <a:r>
              <a:rPr lang="en-US" dirty="0"/>
              <a:t>PROC TABULATE</a:t>
            </a:r>
          </a:p>
          <a:p>
            <a:r>
              <a:rPr lang="en-US" dirty="0"/>
              <a:t>PROC SQL</a:t>
            </a:r>
          </a:p>
          <a:p>
            <a:r>
              <a:rPr lang="en-US" dirty="0"/>
              <a:t>MACRO VAR/FUNCTIONS</a:t>
            </a:r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30F11FFB-9D71-5055-F89A-8C96DA1AECF9}"/>
              </a:ext>
            </a:extLst>
          </p:cNvPr>
          <p:cNvSpPr txBox="1">
            <a:spLocks/>
          </p:cNvSpPr>
          <p:nvPr/>
        </p:nvSpPr>
        <p:spPr>
          <a:xfrm>
            <a:off x="3831513" y="3575727"/>
            <a:ext cx="3984020" cy="3043242"/>
          </a:xfrm>
          <a:prstGeom prst="rect">
            <a:avLst/>
          </a:prstGeom>
          <a:ln>
            <a:solidFill>
              <a:schemeClr val="accent1"/>
            </a:solidFill>
          </a:ln>
        </p:spPr>
        <p:txBody>
          <a:bodyPr vert="horz" lIns="91440" tIns="45720" rIns="91440" bIns="45720" rtlCol="0">
            <a:normAutofit lnSpcReduction="10000"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 err="1"/>
              <a:t>readRDS</a:t>
            </a:r>
            <a:r>
              <a:rPr lang="en-US" dirty="0"/>
              <a:t>()/</a:t>
            </a:r>
            <a:r>
              <a:rPr lang="en-US" dirty="0" err="1"/>
              <a:t>save</a:t>
            </a:r>
            <a:r>
              <a:rPr lang="en-US" altLang="zh-CN" dirty="0" err="1"/>
              <a:t>RDS</a:t>
            </a:r>
            <a:r>
              <a:rPr lang="en-US" altLang="zh-CN" dirty="0"/>
              <a:t>()/</a:t>
            </a:r>
            <a:r>
              <a:rPr lang="en-US" altLang="zh-CN" dirty="0" err="1"/>
              <a:t>writecsv</a:t>
            </a:r>
            <a:r>
              <a:rPr lang="en-US" altLang="zh-CN" dirty="0"/>
              <a:t>()</a:t>
            </a:r>
          </a:p>
          <a:p>
            <a:r>
              <a:rPr lang="en-US" dirty="0" err="1"/>
              <a:t>tolower</a:t>
            </a:r>
            <a:r>
              <a:rPr lang="en-US" dirty="0"/>
              <a:t>()</a:t>
            </a:r>
          </a:p>
          <a:p>
            <a:r>
              <a:rPr lang="en-US" dirty="0"/>
              <a:t>Paste/paste0</a:t>
            </a:r>
          </a:p>
          <a:p>
            <a:r>
              <a:rPr lang="en-US" dirty="0"/>
              <a:t>filter()/mutate()/%&gt;%</a:t>
            </a:r>
          </a:p>
          <a:p>
            <a:r>
              <a:rPr lang="en-US" dirty="0" err="1"/>
              <a:t>glm</a:t>
            </a:r>
            <a:r>
              <a:rPr lang="en-US" dirty="0"/>
              <a:t>()</a:t>
            </a:r>
          </a:p>
          <a:p>
            <a:r>
              <a:rPr lang="en-US" dirty="0"/>
              <a:t>merge()</a:t>
            </a:r>
          </a:p>
          <a:p>
            <a:r>
              <a:rPr lang="en-US" dirty="0" err="1"/>
              <a:t>rbind</a:t>
            </a:r>
            <a:r>
              <a:rPr lang="en-US" dirty="0"/>
              <a:t>()/</a:t>
            </a:r>
            <a:r>
              <a:rPr lang="en-US" dirty="0" err="1"/>
              <a:t>cbind</a:t>
            </a:r>
            <a:r>
              <a:rPr lang="en-US" dirty="0"/>
              <a:t>()</a:t>
            </a:r>
          </a:p>
          <a:p>
            <a:r>
              <a:rPr lang="en-US" altLang="zh-CN" dirty="0" err="1"/>
              <a:t>comparedf</a:t>
            </a:r>
            <a:r>
              <a:rPr lang="en-US" altLang="zh-CN" dirty="0"/>
              <a:t>()</a:t>
            </a:r>
            <a:endParaRPr lang="en-US" dirty="0"/>
          </a:p>
          <a:p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13F9B9C-956B-C732-641E-A581C2365DE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889344" y="4577481"/>
            <a:ext cx="969324" cy="112280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270B4DE2-EDB8-7DD7-DB61-94C8F4CF759D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866240" y="3429000"/>
            <a:ext cx="992040" cy="114988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4C107CAE-DC38-55AC-4807-DBCA5CAFAA6E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843136" y="4577480"/>
            <a:ext cx="894461" cy="1032069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7B2D8D5F-D03C-1E61-BB36-D070D3F9BA54}"/>
              </a:ext>
            </a:extLst>
          </p:cNvPr>
          <p:cNvSpPr txBox="1"/>
          <p:nvPr/>
        </p:nvSpPr>
        <p:spPr>
          <a:xfrm>
            <a:off x="8318270" y="6642556"/>
            <a:ext cx="387373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/>
              <a:t>2026 Women in Statistics and Data Science Conference, Cincinnati, OH</a:t>
            </a:r>
          </a:p>
        </p:txBody>
      </p:sp>
    </p:spTree>
    <p:extLst>
      <p:ext uri="{BB962C8B-B14F-4D97-AF65-F5344CB8AC3E}">
        <p14:creationId xmlns:p14="http://schemas.microsoft.com/office/powerpoint/2010/main" val="386063641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54F2CF-D0AC-0E8C-9D04-8EB2FB39DC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Lessons learned: Accuracy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843D2D5-F349-838D-05CF-32056AA2E28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154954" y="3617765"/>
                <a:ext cx="8825659" cy="2836025"/>
              </a:xfrm>
            </p:spPr>
            <p:txBody>
              <a:bodyPr>
                <a:normAutofit/>
              </a:bodyPr>
              <a:lstStyle/>
              <a:p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𝑉𝑎𝑟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1=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𝑉𝑎𝑟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𝑉𝑎𝑟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  <m:r>
                      <a:rPr lang="en-US" i="1">
                        <a:latin typeface="Cambria Math" panose="02040503050406030204" pitchFamily="18" charset="0"/>
                      </a:rPr>
                      <m:t> ∗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𝐻𝑜𝑚𝑒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_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𝑝𝑟𝑖𝑐𝑒</m:t>
                    </m:r>
                  </m:oMath>
                </a14:m>
                <a:endParaRPr lang="en-US" dirty="0"/>
              </a:p>
              <a:p>
                <a:r>
                  <a:rPr lang="en-US" dirty="0"/>
                  <a:t>Var2 and var3 have differences at  e-09 level.</a:t>
                </a:r>
              </a:p>
              <a:p>
                <a:r>
                  <a:rPr lang="en-US" dirty="0"/>
                  <a:t>Home prices are a large numbers </a:t>
                </a:r>
              </a:p>
              <a:p>
                <a:pPr lvl="1"/>
                <a:r>
                  <a:rPr lang="en-US" dirty="0"/>
                  <a:t>median house price in the U.S. :$430,000</a:t>
                </a:r>
              </a:p>
              <a:p>
                <a:pPr lvl="1"/>
                <a:r>
                  <a:rPr lang="en-US" dirty="0"/>
                  <a:t>median house price in the CA :$750,000</a:t>
                </a:r>
              </a:p>
              <a:p>
                <a:r>
                  <a:rPr lang="en-US" dirty="0"/>
                  <a:t>Var 1 are different</a:t>
                </a:r>
              </a:p>
              <a:p>
                <a:r>
                  <a:rPr lang="en-US" dirty="0"/>
                  <a:t>This can be applied to many cases, such as population, distance.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843D2D5-F349-838D-05CF-32056AA2E28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154954" y="3617765"/>
                <a:ext cx="8825659" cy="2836025"/>
              </a:xfrm>
              <a:blipFill>
                <a:blip r:embed="rId2"/>
                <a:stretch>
                  <a:fillRect l="-138" b="-30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F20C520B-F86E-C66F-3DB7-BC685CFD9C82}"/>
              </a:ext>
            </a:extLst>
          </p:cNvPr>
          <p:cNvSpPr txBox="1">
            <a:spLocks/>
          </p:cNvSpPr>
          <p:nvPr/>
        </p:nvSpPr>
        <p:spPr>
          <a:xfrm>
            <a:off x="634914" y="2478417"/>
            <a:ext cx="11424814" cy="113934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We know the results from SAS and R can be different. We set tolerance values or percentages.</a:t>
            </a:r>
          </a:p>
          <a:p>
            <a:r>
              <a:rPr lang="en-US" dirty="0"/>
              <a:t>But there are still issues: When small differences times large numbers, results may have large differences.</a:t>
            </a:r>
          </a:p>
          <a:p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E77B8A5-B1CB-CA23-C33F-23057A52FDAC}"/>
              </a:ext>
            </a:extLst>
          </p:cNvPr>
          <p:cNvSpPr txBox="1"/>
          <p:nvPr/>
        </p:nvSpPr>
        <p:spPr>
          <a:xfrm>
            <a:off x="8318270" y="6642556"/>
            <a:ext cx="387373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/>
              <a:t>2026 Women in Statistics and Data Science Conference, Cincinnati, OH</a:t>
            </a:r>
          </a:p>
        </p:txBody>
      </p:sp>
    </p:spTree>
    <p:extLst>
      <p:ext uri="{BB962C8B-B14F-4D97-AF65-F5344CB8AC3E}">
        <p14:creationId xmlns:p14="http://schemas.microsoft.com/office/powerpoint/2010/main" val="176718477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E5E978-EFBD-18A7-418D-6817463039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Efficiency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760EC0-770E-4C8F-CC61-A292DAFC13C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3893720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89316A-BA5A-697B-1570-D444494130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Women in the cloud migration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5C1E90-8676-4A77-926E-A441CD5C5E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4748806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B1E73B-C26C-1F3B-30DF-35A921F9EF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8E9B1D-5AA5-C03E-14EC-CB02FBFB42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4954" y="2603500"/>
            <a:ext cx="9015589" cy="3416300"/>
          </a:xfrm>
        </p:spPr>
        <p:txBody>
          <a:bodyPr/>
          <a:lstStyle/>
          <a:p>
            <a:r>
              <a:rPr lang="en-US" dirty="0"/>
              <a:t>AWS “Lift and Shift” is the goal. But there are more things to consider in the real-world cloud migration.</a:t>
            </a:r>
          </a:p>
          <a:p>
            <a:r>
              <a:rPr lang="en-US" dirty="0"/>
              <a:t>Everything has a cost. Moving from SAS to free open-source software needs additional effort.</a:t>
            </a:r>
          </a:p>
        </p:txBody>
      </p:sp>
    </p:spTree>
    <p:extLst>
      <p:ext uri="{BB962C8B-B14F-4D97-AF65-F5344CB8AC3E}">
        <p14:creationId xmlns:p14="http://schemas.microsoft.com/office/powerpoint/2010/main" val="395042345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DFF426-59A4-5223-447C-64525847C4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Q&amp;A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607343-168D-D994-90D1-2DD882C573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76183" y="5856698"/>
            <a:ext cx="1571621" cy="347518"/>
          </a:xfrm>
        </p:spPr>
        <p:txBody>
          <a:bodyPr>
            <a:normAutofit lnSpcReduction="10000"/>
          </a:bodyPr>
          <a:lstStyle/>
          <a:p>
            <a:r>
              <a:rPr lang="en-US" dirty="0"/>
              <a:t>LinkedIn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5BE8A67-972C-0E8C-7674-B326F35401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00057" y="3384972"/>
            <a:ext cx="2286875" cy="228687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52FD9BF-3BDB-D204-C5A1-EB9B758D89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74721" y="3309994"/>
            <a:ext cx="2415264" cy="2436829"/>
          </a:xfrm>
          <a:prstGeom prst="rect">
            <a:avLst/>
          </a:prstGeom>
        </p:spPr>
      </p:pic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72CD7024-0B03-225D-3126-376E26376C15}"/>
              </a:ext>
            </a:extLst>
          </p:cNvPr>
          <p:cNvSpPr txBox="1">
            <a:spLocks/>
          </p:cNvSpPr>
          <p:nvPr/>
        </p:nvSpPr>
        <p:spPr>
          <a:xfrm>
            <a:off x="7057683" y="5884332"/>
            <a:ext cx="1571621" cy="34751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 err="1"/>
              <a:t>Github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5769241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C620A4-3589-0D65-34EA-14EC02EEAF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References: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E9210A-0FDC-AC25-79CB-C0A7B4C794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1675" y="2553623"/>
            <a:ext cx="9767970" cy="1943562"/>
          </a:xfrm>
        </p:spPr>
        <p:txBody>
          <a:bodyPr>
            <a:normAutofit/>
          </a:bodyPr>
          <a:lstStyle/>
          <a:p>
            <a:r>
              <a:rPr lang="en-US" sz="1200" dirty="0">
                <a:solidFill>
                  <a:schemeClr val="tx1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AWS </a:t>
            </a:r>
            <a:r>
              <a:rPr lang="en-US" sz="1200" dirty="0" err="1">
                <a:solidFill>
                  <a:schemeClr val="tx1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re:Invent</a:t>
            </a:r>
            <a:r>
              <a:rPr lang="en-US" sz="1200" dirty="0">
                <a:solidFill>
                  <a:schemeClr val="tx1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2021 - Fannie Mae: Migrating at scale without lifting and shifting</a:t>
            </a:r>
            <a:endParaRPr lang="en-US" sz="1200" dirty="0">
              <a:solidFill>
                <a:schemeClr val="tx1"/>
              </a:solidFill>
            </a:endParaRPr>
          </a:p>
          <a:p>
            <a:r>
              <a:rPr lang="en-US" sz="1200" dirty="0">
                <a:solidFill>
                  <a:schemeClr val="tx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Fannie Mae’s Digital Transformation Journey with AWS | Amazon Web Services</a:t>
            </a:r>
            <a:endParaRPr lang="en-US" sz="1200" dirty="0">
              <a:solidFill>
                <a:schemeClr val="tx1"/>
              </a:solidFill>
            </a:endParaRPr>
          </a:p>
          <a:p>
            <a:r>
              <a:rPr lang="en-US" sz="1200" dirty="0">
                <a:solidFill>
                  <a:schemeClr val="tx1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What is a Cloud Migration Strategy? - Cloud Migration Strategy Explained – AWS</a:t>
            </a:r>
            <a:endParaRPr lang="en-US" sz="1200" dirty="0">
              <a:solidFill>
                <a:schemeClr val="tx1"/>
              </a:solidFill>
            </a:endParaRPr>
          </a:p>
          <a:p>
            <a:r>
              <a:rPr lang="en-US" sz="1200" dirty="0">
                <a:solidFill>
                  <a:schemeClr val="tx1"/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Understanding the “7 Rs” - Cloud Migration Strategies | AWS Builder Center</a:t>
            </a:r>
            <a:endParaRPr lang="en-US" sz="1200" dirty="0">
              <a:solidFill>
                <a:schemeClr val="tx1"/>
              </a:solidFill>
            </a:endParaRPr>
          </a:p>
          <a:p>
            <a:r>
              <a:rPr lang="en-US" sz="1200" dirty="0" err="1">
                <a:solidFill>
                  <a:schemeClr val="tx1"/>
                </a:solid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asnr</a:t>
            </a:r>
            <a:r>
              <a:rPr lang="en-US" sz="1200" dirty="0">
                <a:solidFill>
                  <a:schemeClr val="tx1"/>
                </a:solid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/</a:t>
            </a:r>
            <a:r>
              <a:rPr lang="en-US" sz="1200" dirty="0" err="1">
                <a:solidFill>
                  <a:schemeClr val="tx1"/>
                </a:solid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sas</a:t>
            </a:r>
            <a:r>
              <a:rPr lang="en-US" sz="1200" dirty="0">
                <a:solidFill>
                  <a:schemeClr val="tx1"/>
                </a:solid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-to-r: Translate SAS to R</a:t>
            </a:r>
            <a:endParaRPr lang="en-US" sz="1200" dirty="0">
              <a:solidFill>
                <a:schemeClr val="tx1"/>
              </a:solidFill>
            </a:endParaRPr>
          </a:p>
          <a:p>
            <a:r>
              <a:rPr lang="en-US" sz="1200" dirty="0">
                <a:solidFill>
                  <a:schemeClr val="tx1"/>
                </a:solidFill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Code-Transcompiler-using-LLMs-public/README.md at main · </a:t>
            </a:r>
            <a:r>
              <a:rPr lang="en-US" sz="1200" dirty="0" err="1">
                <a:solidFill>
                  <a:schemeClr val="tx1"/>
                </a:solidFill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CSOIreland</a:t>
            </a:r>
            <a:r>
              <a:rPr lang="en-US" sz="1200" dirty="0">
                <a:solidFill>
                  <a:schemeClr val="tx1"/>
                </a:solidFill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/Code-Transcompiler-using-LLMs-public</a:t>
            </a:r>
            <a:endParaRPr lang="en-US" sz="1200" dirty="0">
              <a:solidFill>
                <a:schemeClr val="tx1"/>
              </a:solidFill>
            </a:endParaRP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5806376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 Boardroom">
  <a:themeElements>
    <a:clrScheme name="Ion Boardroom">
      <a:dk1>
        <a:sysClr val="windowText" lastClr="000000"/>
      </a:dk1>
      <a:lt1>
        <a:sysClr val="window" lastClr="FFFFFF"/>
      </a:lt1>
      <a:dk2>
        <a:srgbClr val="3B3059"/>
      </a:dk2>
      <a:lt2>
        <a:srgbClr val="EBEBEB"/>
      </a:lt2>
      <a:accent1>
        <a:srgbClr val="B31166"/>
      </a:accent1>
      <a:accent2>
        <a:srgbClr val="E33D6F"/>
      </a:accent2>
      <a:accent3>
        <a:srgbClr val="E45F3C"/>
      </a:accent3>
      <a:accent4>
        <a:srgbClr val="E9943A"/>
      </a:accent4>
      <a:accent5>
        <a:srgbClr val="9B6BF2"/>
      </a:accent5>
      <a:accent6>
        <a:srgbClr val="D53DD0"/>
      </a:accent6>
      <a:hlink>
        <a:srgbClr val="8F8F8F"/>
      </a:hlink>
      <a:folHlink>
        <a:srgbClr val="A5A5A5"/>
      </a:folHlink>
    </a:clrScheme>
    <a:fontScheme name="Ion Boardroom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 Boardroom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124000"/>
                <a:satMod val="148000"/>
                <a:lumMod val="124000"/>
              </a:schemeClr>
            </a:gs>
            <a:gs pos="100000">
              <a:schemeClr val="phClr">
                <a:shade val="76000"/>
                <a:hueMod val="89000"/>
                <a:satMod val="164000"/>
                <a:lumMod val="5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91000"/>
                <a:satMod val="164000"/>
                <a:lumMod val="74000"/>
              </a:schemeClr>
              <a:schemeClr val="phClr">
                <a:hueMod val="124000"/>
                <a:satMod val="140000"/>
                <a:lumMod val="14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 Boardroom" id="{FC33163D-4339-46B1-8EED-24C834239D99}" vid="{B8502691-933B-45FE-8764-BA278511EF27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{24F95ADF-211B-4389-98CD-4235D7F4A4E4}TF229edf6a-8a49-49ee-a0a6-5037052947485fb3ca0c-bc27bf41d645</Template>
  <TotalTime>664</TotalTime>
  <Words>779</Words>
  <Application>Microsoft Office PowerPoint</Application>
  <PresentationFormat>Widescreen</PresentationFormat>
  <Paragraphs>131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1" baseType="lpstr">
      <vt:lpstr>Arial</vt:lpstr>
      <vt:lpstr>Cambria Math</vt:lpstr>
      <vt:lpstr>Century Gothic</vt:lpstr>
      <vt:lpstr>Times New Roman</vt:lpstr>
      <vt:lpstr>Wingdings 3</vt:lpstr>
      <vt:lpstr>Ion Boardroom</vt:lpstr>
      <vt:lpstr>From On-Premises to Cloud: </vt:lpstr>
      <vt:lpstr>Agenda</vt:lpstr>
      <vt:lpstr>1. Background - Fannie Mae</vt:lpstr>
      <vt:lpstr>2.Cloud Migration in Fannie Mae</vt:lpstr>
      <vt:lpstr>2. Cloud in other organizations</vt:lpstr>
      <vt:lpstr>3. My work in the cloud migration</vt:lpstr>
      <vt:lpstr>3. My work in the cloud migration</vt:lpstr>
      <vt:lpstr>3. My work – Steps for code conversion</vt:lpstr>
      <vt:lpstr>Frequently used PROC/function/libraries</vt:lpstr>
      <vt:lpstr>Lessons learned: Accuracy</vt:lpstr>
      <vt:lpstr>Efficiency</vt:lpstr>
      <vt:lpstr>Women in the cloud migration</vt:lpstr>
      <vt:lpstr>Conclusions</vt:lpstr>
      <vt:lpstr>Q&amp;A</vt:lpstr>
      <vt:lpstr>References: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Wujian Xue</dc:creator>
  <cp:lastModifiedBy>Wujian Xue</cp:lastModifiedBy>
  <cp:revision>16</cp:revision>
  <dcterms:created xsi:type="dcterms:W3CDTF">2026-10-21T20:39:20Z</dcterms:created>
  <dcterms:modified xsi:type="dcterms:W3CDTF">2026-10-25T20:15:40Z</dcterms:modified>
</cp:coreProperties>
</file>