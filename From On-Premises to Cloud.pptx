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08F64C-0EEF-4D44-B6E6-BFE6459F5DDE}" type="doc">
      <dgm:prSet loTypeId="urn:microsoft.com/office/officeart/2011/layout/HexagonRadial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2F0427-6797-43C7-9CFF-39FE5CFA72D9}">
      <dgm:prSet phldrT="[Text]" phldr="0" custT="1"/>
      <dgm:spPr/>
      <dgm:t>
        <a:bodyPr/>
        <a:lstStyle/>
        <a:p>
          <a:r>
            <a:rPr lang="en-US" sz="1200" dirty="0"/>
            <a:t>Cloud migration</a:t>
          </a:r>
        </a:p>
      </dgm:t>
    </dgm:pt>
    <dgm:pt modelId="{936A183E-D86C-4E46-90C7-D408ED3AFE0C}" type="parTrans" cxnId="{0C14DDF5-4ABD-41AD-BB04-C7589277FC11}">
      <dgm:prSet/>
      <dgm:spPr/>
      <dgm:t>
        <a:bodyPr/>
        <a:lstStyle/>
        <a:p>
          <a:endParaRPr lang="en-US" sz="1200"/>
        </a:p>
      </dgm:t>
    </dgm:pt>
    <dgm:pt modelId="{9D912BBE-A4A4-4ECC-BB0A-28828FC6A443}" type="sibTrans" cxnId="{0C14DDF5-4ABD-41AD-BB04-C7589277FC11}">
      <dgm:prSet/>
      <dgm:spPr/>
      <dgm:t>
        <a:bodyPr/>
        <a:lstStyle/>
        <a:p>
          <a:endParaRPr lang="en-US" sz="1200"/>
        </a:p>
      </dgm:t>
    </dgm:pt>
    <dgm:pt modelId="{BE175FE2-498E-448A-B4A7-2283839D76F4}">
      <dgm:prSet phldrT="[Text]" phldr="0" custT="1"/>
      <dgm:spPr>
        <a:solidFill>
          <a:schemeClr val="accent2"/>
        </a:solidFill>
      </dgm:spPr>
      <dgm:t>
        <a:bodyPr/>
        <a:lstStyle/>
        <a:p>
          <a:r>
            <a:rPr lang="en-US" sz="1200" dirty="0"/>
            <a:t>Time to customer value</a:t>
          </a:r>
        </a:p>
      </dgm:t>
    </dgm:pt>
    <dgm:pt modelId="{D22DE5EC-1A0D-44B8-A0B4-B8E22F720A91}" type="parTrans" cxnId="{09912B82-505C-4526-A64D-7C4639D33CF2}">
      <dgm:prSet/>
      <dgm:spPr/>
      <dgm:t>
        <a:bodyPr/>
        <a:lstStyle/>
        <a:p>
          <a:endParaRPr lang="en-US" sz="1200"/>
        </a:p>
      </dgm:t>
    </dgm:pt>
    <dgm:pt modelId="{F7396975-9E05-4FAA-B722-F6253FC2E417}" type="sibTrans" cxnId="{09912B82-505C-4526-A64D-7C4639D33CF2}">
      <dgm:prSet/>
      <dgm:spPr/>
      <dgm:t>
        <a:bodyPr/>
        <a:lstStyle/>
        <a:p>
          <a:endParaRPr lang="en-US" sz="1200"/>
        </a:p>
      </dgm:t>
    </dgm:pt>
    <dgm:pt modelId="{1563DCD7-CC83-4FCC-986E-EF0D88F8C8C9}">
      <dgm:prSet phldrT="[Text]" phldr="0" custT="1"/>
      <dgm:spPr>
        <a:solidFill>
          <a:schemeClr val="accent3"/>
        </a:solidFill>
      </dgm:spPr>
      <dgm:t>
        <a:bodyPr/>
        <a:lstStyle/>
        <a:p>
          <a:r>
            <a:rPr lang="en-US" sz="1200" dirty="0"/>
            <a:t>Organize for effectiveness</a:t>
          </a:r>
        </a:p>
      </dgm:t>
    </dgm:pt>
    <dgm:pt modelId="{59CA1295-6B0D-4D46-9A6E-2BE514C501C1}" type="parTrans" cxnId="{CC0D36AC-DB77-4EAE-B086-2C6AAEFE3F2A}">
      <dgm:prSet/>
      <dgm:spPr/>
      <dgm:t>
        <a:bodyPr/>
        <a:lstStyle/>
        <a:p>
          <a:endParaRPr lang="en-US" sz="1200"/>
        </a:p>
      </dgm:t>
    </dgm:pt>
    <dgm:pt modelId="{E189B592-1F81-44E7-B47F-E1578E5C0D66}" type="sibTrans" cxnId="{CC0D36AC-DB77-4EAE-B086-2C6AAEFE3F2A}">
      <dgm:prSet/>
      <dgm:spPr/>
      <dgm:t>
        <a:bodyPr/>
        <a:lstStyle/>
        <a:p>
          <a:endParaRPr lang="en-US" sz="1200"/>
        </a:p>
      </dgm:t>
    </dgm:pt>
    <dgm:pt modelId="{E9121F76-5EF8-4413-AF26-8697B1A9AA5A}">
      <dgm:prSet phldrT="[Text]" phldr="0" custT="1"/>
      <dgm:spPr>
        <a:solidFill>
          <a:srgbClr val="92D050"/>
        </a:solidFill>
      </dgm:spPr>
      <dgm:t>
        <a:bodyPr/>
        <a:lstStyle/>
        <a:p>
          <a:r>
            <a:rPr lang="en-US" sz="1200" dirty="0"/>
            <a:t>Digital stability</a:t>
          </a:r>
        </a:p>
      </dgm:t>
    </dgm:pt>
    <dgm:pt modelId="{8C532E8D-69F8-4B70-A921-97FB40C76A2F}" type="parTrans" cxnId="{81F62DBD-B899-4930-B398-F865E8B6888B}">
      <dgm:prSet/>
      <dgm:spPr/>
      <dgm:t>
        <a:bodyPr/>
        <a:lstStyle/>
        <a:p>
          <a:endParaRPr lang="en-US" sz="1200"/>
        </a:p>
      </dgm:t>
    </dgm:pt>
    <dgm:pt modelId="{CCB91678-A106-4A6C-87D2-2D693F9505DB}" type="sibTrans" cxnId="{81F62DBD-B899-4930-B398-F865E8B6888B}">
      <dgm:prSet/>
      <dgm:spPr/>
      <dgm:t>
        <a:bodyPr/>
        <a:lstStyle/>
        <a:p>
          <a:endParaRPr lang="en-US" sz="1200"/>
        </a:p>
      </dgm:t>
    </dgm:pt>
    <dgm:pt modelId="{D06E1645-DE76-4E65-BB3C-46F3BAC5AF75}">
      <dgm:prSet phldrT="[Text]" custT="1"/>
      <dgm:spPr>
        <a:solidFill>
          <a:srgbClr val="00B0F0"/>
        </a:solidFill>
      </dgm:spPr>
      <dgm:t>
        <a:bodyPr/>
        <a:lstStyle/>
        <a:p>
          <a:r>
            <a:rPr lang="en-US" altLang="zh-CN" sz="1200" dirty="0"/>
            <a:t>Business Innovation at speed</a:t>
          </a:r>
          <a:endParaRPr lang="en-US" sz="1200" dirty="0"/>
        </a:p>
      </dgm:t>
    </dgm:pt>
    <dgm:pt modelId="{BE94E7EA-F143-44A5-B81A-3464EC870185}" type="parTrans" cxnId="{CCB88BBB-D2D2-4EE7-BA30-391C3EBAD68C}">
      <dgm:prSet/>
      <dgm:spPr/>
      <dgm:t>
        <a:bodyPr/>
        <a:lstStyle/>
        <a:p>
          <a:endParaRPr lang="en-US" sz="1200"/>
        </a:p>
      </dgm:t>
    </dgm:pt>
    <dgm:pt modelId="{5927F88E-3CFB-42A1-B344-5AA79A4C293A}" type="sibTrans" cxnId="{CCB88BBB-D2D2-4EE7-BA30-391C3EBAD68C}">
      <dgm:prSet/>
      <dgm:spPr/>
      <dgm:t>
        <a:bodyPr/>
        <a:lstStyle/>
        <a:p>
          <a:endParaRPr lang="en-US" sz="1200"/>
        </a:p>
      </dgm:t>
    </dgm:pt>
    <dgm:pt modelId="{BB981C33-12A1-4F6C-8D00-12C6EC1236A6}">
      <dgm:prSet phldrT="[Text]" phldr="0" custT="1"/>
      <dgm:spPr>
        <a:solidFill>
          <a:srgbClr val="002060"/>
        </a:solidFill>
      </dgm:spPr>
      <dgm:t>
        <a:bodyPr/>
        <a:lstStyle/>
        <a:p>
          <a:r>
            <a:rPr lang="en-US" sz="1200" dirty="0"/>
            <a:t>Enable transformation</a:t>
          </a:r>
        </a:p>
      </dgm:t>
    </dgm:pt>
    <dgm:pt modelId="{F7D42D6E-AEC6-4242-B246-7A189388A0F8}" type="parTrans" cxnId="{FA5E902D-85A4-4CD2-87C7-EE50DFA82060}">
      <dgm:prSet/>
      <dgm:spPr/>
      <dgm:t>
        <a:bodyPr/>
        <a:lstStyle/>
        <a:p>
          <a:endParaRPr lang="en-US" sz="1200"/>
        </a:p>
      </dgm:t>
    </dgm:pt>
    <dgm:pt modelId="{A5179DFB-4E52-435E-98B6-48F909660EC9}" type="sibTrans" cxnId="{FA5E902D-85A4-4CD2-87C7-EE50DFA82060}">
      <dgm:prSet/>
      <dgm:spPr/>
      <dgm:t>
        <a:bodyPr/>
        <a:lstStyle/>
        <a:p>
          <a:endParaRPr lang="en-US" sz="1200"/>
        </a:p>
      </dgm:t>
    </dgm:pt>
    <dgm:pt modelId="{E6B28B6F-C093-4492-834A-5B67CB2968D9}">
      <dgm:prSet phldrT="[Text]" phldr="0" custT="1"/>
      <dgm:spPr>
        <a:solidFill>
          <a:srgbClr val="FF0000"/>
        </a:solidFill>
      </dgm:spPr>
      <dgm:t>
        <a:bodyPr/>
        <a:lstStyle/>
        <a:p>
          <a:r>
            <a:rPr lang="en-US" sz="1200" dirty="0"/>
            <a:t>Intelligent </a:t>
          </a:r>
          <a:r>
            <a:rPr lang="en-US" altLang="zh-CN" sz="1200" dirty="0"/>
            <a:t>automation</a:t>
          </a:r>
          <a:endParaRPr lang="en-US" sz="1200" dirty="0"/>
        </a:p>
      </dgm:t>
    </dgm:pt>
    <dgm:pt modelId="{16007CBA-F250-4A92-91E9-E2465ED87B2A}" type="parTrans" cxnId="{E6ECE566-AB50-4692-8DED-B40CF4E97AB2}">
      <dgm:prSet/>
      <dgm:spPr/>
      <dgm:t>
        <a:bodyPr/>
        <a:lstStyle/>
        <a:p>
          <a:endParaRPr lang="en-US" sz="1200"/>
        </a:p>
      </dgm:t>
    </dgm:pt>
    <dgm:pt modelId="{F8A9E26C-260A-45F5-8E9E-ABAE245C49E4}" type="sibTrans" cxnId="{E6ECE566-AB50-4692-8DED-B40CF4E97AB2}">
      <dgm:prSet/>
      <dgm:spPr/>
      <dgm:t>
        <a:bodyPr/>
        <a:lstStyle/>
        <a:p>
          <a:endParaRPr lang="en-US" sz="1200"/>
        </a:p>
      </dgm:t>
    </dgm:pt>
    <dgm:pt modelId="{67D15FC6-E047-48C3-847F-243D66AC66A9}" type="pres">
      <dgm:prSet presAssocID="{3208F64C-0EEF-4D44-B6E6-BFE6459F5DDE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</dgm:pt>
    <dgm:pt modelId="{F1D19A2F-77BC-4938-9885-093F435A8A47}" type="pres">
      <dgm:prSet presAssocID="{602F0427-6797-43C7-9CFF-39FE5CFA72D9}" presName="Parent" presStyleLbl="node0" presStyleIdx="0" presStyleCnt="1">
        <dgm:presLayoutVars>
          <dgm:chMax val="6"/>
          <dgm:chPref val="6"/>
        </dgm:presLayoutVars>
      </dgm:prSet>
      <dgm:spPr/>
    </dgm:pt>
    <dgm:pt modelId="{D6EA40F1-8F1D-497B-935A-7440D7458290}" type="pres">
      <dgm:prSet presAssocID="{BE175FE2-498E-448A-B4A7-2283839D76F4}" presName="Accent1" presStyleCnt="0"/>
      <dgm:spPr/>
    </dgm:pt>
    <dgm:pt modelId="{595D05E8-0147-4426-84F2-CAF286F94084}" type="pres">
      <dgm:prSet presAssocID="{BE175FE2-498E-448A-B4A7-2283839D76F4}" presName="Accent" presStyleLbl="bgShp" presStyleIdx="0" presStyleCnt="6"/>
      <dgm:spPr/>
    </dgm:pt>
    <dgm:pt modelId="{0CB0AA78-D63F-4F3A-AFA6-EAE5E0314406}" type="pres">
      <dgm:prSet presAssocID="{BE175FE2-498E-448A-B4A7-2283839D76F4}" presName="Child1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588526E8-04B5-4B80-AA9B-0D229A69CB08}" type="pres">
      <dgm:prSet presAssocID="{1563DCD7-CC83-4FCC-986E-EF0D88F8C8C9}" presName="Accent2" presStyleCnt="0"/>
      <dgm:spPr/>
    </dgm:pt>
    <dgm:pt modelId="{16108406-D824-48AA-986F-F20B13B82A81}" type="pres">
      <dgm:prSet presAssocID="{1563DCD7-CC83-4FCC-986E-EF0D88F8C8C9}" presName="Accent" presStyleLbl="bgShp" presStyleIdx="1" presStyleCnt="6"/>
      <dgm:spPr/>
    </dgm:pt>
    <dgm:pt modelId="{9699140C-2F89-460C-BE44-85A64DE59F52}" type="pres">
      <dgm:prSet presAssocID="{1563DCD7-CC83-4FCC-986E-EF0D88F8C8C9}" presName="Child2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B9739F21-4DE0-44C7-A0C1-2C212BC562EA}" type="pres">
      <dgm:prSet presAssocID="{E9121F76-5EF8-4413-AF26-8697B1A9AA5A}" presName="Accent3" presStyleCnt="0"/>
      <dgm:spPr/>
    </dgm:pt>
    <dgm:pt modelId="{322F9847-0308-445A-A02E-9697140899BE}" type="pres">
      <dgm:prSet presAssocID="{E9121F76-5EF8-4413-AF26-8697B1A9AA5A}" presName="Accent" presStyleLbl="bgShp" presStyleIdx="2" presStyleCnt="6"/>
      <dgm:spPr/>
    </dgm:pt>
    <dgm:pt modelId="{55AB8E64-BB27-433B-A701-D00D0ADFE0F2}" type="pres">
      <dgm:prSet presAssocID="{E9121F76-5EF8-4413-AF26-8697B1A9AA5A}" presName="Child3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FE031180-106C-462C-846E-00FB37085631}" type="pres">
      <dgm:prSet presAssocID="{D06E1645-DE76-4E65-BB3C-46F3BAC5AF75}" presName="Accent4" presStyleCnt="0"/>
      <dgm:spPr/>
    </dgm:pt>
    <dgm:pt modelId="{76DF7524-118F-4A3C-8039-C7730AC993D2}" type="pres">
      <dgm:prSet presAssocID="{D06E1645-DE76-4E65-BB3C-46F3BAC5AF75}" presName="Accent" presStyleLbl="bgShp" presStyleIdx="3" presStyleCnt="6"/>
      <dgm:spPr/>
    </dgm:pt>
    <dgm:pt modelId="{D57699A4-5871-457E-B5AC-85BE314A9854}" type="pres">
      <dgm:prSet presAssocID="{D06E1645-DE76-4E65-BB3C-46F3BAC5AF75}" presName="Child4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5A3A4720-2C82-4FE8-8A1B-0239B901DA21}" type="pres">
      <dgm:prSet presAssocID="{BB981C33-12A1-4F6C-8D00-12C6EC1236A6}" presName="Accent5" presStyleCnt="0"/>
      <dgm:spPr/>
    </dgm:pt>
    <dgm:pt modelId="{6A5105C0-DF27-4B27-8885-6430EAC6309F}" type="pres">
      <dgm:prSet presAssocID="{BB981C33-12A1-4F6C-8D00-12C6EC1236A6}" presName="Accent" presStyleLbl="bgShp" presStyleIdx="4" presStyleCnt="6"/>
      <dgm:spPr/>
    </dgm:pt>
    <dgm:pt modelId="{EDC1BEF1-AC06-4D76-AA94-62F6EB75537B}" type="pres">
      <dgm:prSet presAssocID="{BB981C33-12A1-4F6C-8D00-12C6EC1236A6}" presName="Child5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0D077B03-4238-4515-BAC2-1FD4B5D76EA1}" type="pres">
      <dgm:prSet presAssocID="{E6B28B6F-C093-4492-834A-5B67CB2968D9}" presName="Accent6" presStyleCnt="0"/>
      <dgm:spPr/>
    </dgm:pt>
    <dgm:pt modelId="{49B31C55-29E4-4F65-B048-7407A37441AB}" type="pres">
      <dgm:prSet presAssocID="{E6B28B6F-C093-4492-834A-5B67CB2968D9}" presName="Accent" presStyleLbl="bgShp" presStyleIdx="5" presStyleCnt="6"/>
      <dgm:spPr/>
    </dgm:pt>
    <dgm:pt modelId="{C5A425D9-4151-4A77-AD71-BFDEBC1E8358}" type="pres">
      <dgm:prSet presAssocID="{E6B28B6F-C093-4492-834A-5B67CB2968D9}" presName="Child6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A1E61F11-34AE-4A47-A574-9C0EAE61A1D7}" type="presOf" srcId="{E9121F76-5EF8-4413-AF26-8697B1A9AA5A}" destId="{55AB8E64-BB27-433B-A701-D00D0ADFE0F2}" srcOrd="0" destOrd="0" presId="urn:microsoft.com/office/officeart/2011/layout/HexagonRadial"/>
    <dgm:cxn modelId="{FA5E902D-85A4-4CD2-87C7-EE50DFA82060}" srcId="{602F0427-6797-43C7-9CFF-39FE5CFA72D9}" destId="{BB981C33-12A1-4F6C-8D00-12C6EC1236A6}" srcOrd="4" destOrd="0" parTransId="{F7D42D6E-AEC6-4242-B246-7A189388A0F8}" sibTransId="{A5179DFB-4E52-435E-98B6-48F909660EC9}"/>
    <dgm:cxn modelId="{E6ECE566-AB50-4692-8DED-B40CF4E97AB2}" srcId="{602F0427-6797-43C7-9CFF-39FE5CFA72D9}" destId="{E6B28B6F-C093-4492-834A-5B67CB2968D9}" srcOrd="5" destOrd="0" parTransId="{16007CBA-F250-4A92-91E9-E2465ED87B2A}" sibTransId="{F8A9E26C-260A-45F5-8E9E-ABAE245C49E4}"/>
    <dgm:cxn modelId="{B51CFA6D-8734-48C0-80BD-7223A131C12A}" type="presOf" srcId="{602F0427-6797-43C7-9CFF-39FE5CFA72D9}" destId="{F1D19A2F-77BC-4938-9885-093F435A8A47}" srcOrd="0" destOrd="0" presId="urn:microsoft.com/office/officeart/2011/layout/HexagonRadial"/>
    <dgm:cxn modelId="{ADEC6658-7BEA-464C-B0A8-7F9E2D7F4212}" type="presOf" srcId="{D06E1645-DE76-4E65-BB3C-46F3BAC5AF75}" destId="{D57699A4-5871-457E-B5AC-85BE314A9854}" srcOrd="0" destOrd="0" presId="urn:microsoft.com/office/officeart/2011/layout/HexagonRadial"/>
    <dgm:cxn modelId="{09912B82-505C-4526-A64D-7C4639D33CF2}" srcId="{602F0427-6797-43C7-9CFF-39FE5CFA72D9}" destId="{BE175FE2-498E-448A-B4A7-2283839D76F4}" srcOrd="0" destOrd="0" parTransId="{D22DE5EC-1A0D-44B8-A0B4-B8E22F720A91}" sibTransId="{F7396975-9E05-4FAA-B722-F6253FC2E417}"/>
    <dgm:cxn modelId="{E2FF408A-AF54-4325-94F7-C2B965552F11}" type="presOf" srcId="{BB981C33-12A1-4F6C-8D00-12C6EC1236A6}" destId="{EDC1BEF1-AC06-4D76-AA94-62F6EB75537B}" srcOrd="0" destOrd="0" presId="urn:microsoft.com/office/officeart/2011/layout/HexagonRadial"/>
    <dgm:cxn modelId="{CC0D36AC-DB77-4EAE-B086-2C6AAEFE3F2A}" srcId="{602F0427-6797-43C7-9CFF-39FE5CFA72D9}" destId="{1563DCD7-CC83-4FCC-986E-EF0D88F8C8C9}" srcOrd="1" destOrd="0" parTransId="{59CA1295-6B0D-4D46-9A6E-2BE514C501C1}" sibTransId="{E189B592-1F81-44E7-B47F-E1578E5C0D66}"/>
    <dgm:cxn modelId="{DEC95CB3-D37A-42E6-AC0C-303F4F46B98B}" type="presOf" srcId="{BE175FE2-498E-448A-B4A7-2283839D76F4}" destId="{0CB0AA78-D63F-4F3A-AFA6-EAE5E0314406}" srcOrd="0" destOrd="0" presId="urn:microsoft.com/office/officeart/2011/layout/HexagonRadial"/>
    <dgm:cxn modelId="{CCB88BBB-D2D2-4EE7-BA30-391C3EBAD68C}" srcId="{602F0427-6797-43C7-9CFF-39FE5CFA72D9}" destId="{D06E1645-DE76-4E65-BB3C-46F3BAC5AF75}" srcOrd="3" destOrd="0" parTransId="{BE94E7EA-F143-44A5-B81A-3464EC870185}" sibTransId="{5927F88E-3CFB-42A1-B344-5AA79A4C293A}"/>
    <dgm:cxn modelId="{81F62DBD-B899-4930-B398-F865E8B6888B}" srcId="{602F0427-6797-43C7-9CFF-39FE5CFA72D9}" destId="{E9121F76-5EF8-4413-AF26-8697B1A9AA5A}" srcOrd="2" destOrd="0" parTransId="{8C532E8D-69F8-4B70-A921-97FB40C76A2F}" sibTransId="{CCB91678-A106-4A6C-87D2-2D693F9505DB}"/>
    <dgm:cxn modelId="{4AAAA9D4-B283-42CC-9623-26DAF7CFD723}" type="presOf" srcId="{1563DCD7-CC83-4FCC-986E-EF0D88F8C8C9}" destId="{9699140C-2F89-460C-BE44-85A64DE59F52}" srcOrd="0" destOrd="0" presId="urn:microsoft.com/office/officeart/2011/layout/HexagonRadial"/>
    <dgm:cxn modelId="{F538A5E3-09EB-4D0B-B319-7AD4679BA0B9}" type="presOf" srcId="{E6B28B6F-C093-4492-834A-5B67CB2968D9}" destId="{C5A425D9-4151-4A77-AD71-BFDEBC1E8358}" srcOrd="0" destOrd="0" presId="urn:microsoft.com/office/officeart/2011/layout/HexagonRadial"/>
    <dgm:cxn modelId="{10130EE6-D901-4362-9F7A-C6893441B7E9}" type="presOf" srcId="{3208F64C-0EEF-4D44-B6E6-BFE6459F5DDE}" destId="{67D15FC6-E047-48C3-847F-243D66AC66A9}" srcOrd="0" destOrd="0" presId="urn:microsoft.com/office/officeart/2011/layout/HexagonRadial"/>
    <dgm:cxn modelId="{0C14DDF5-4ABD-41AD-BB04-C7589277FC11}" srcId="{3208F64C-0EEF-4D44-B6E6-BFE6459F5DDE}" destId="{602F0427-6797-43C7-9CFF-39FE5CFA72D9}" srcOrd="0" destOrd="0" parTransId="{936A183E-D86C-4E46-90C7-D408ED3AFE0C}" sibTransId="{9D912BBE-A4A4-4ECC-BB0A-28828FC6A443}"/>
    <dgm:cxn modelId="{CC623D90-E105-4648-9BD5-7122F61BFA61}" type="presParOf" srcId="{67D15FC6-E047-48C3-847F-243D66AC66A9}" destId="{F1D19A2F-77BC-4938-9885-093F435A8A47}" srcOrd="0" destOrd="0" presId="urn:microsoft.com/office/officeart/2011/layout/HexagonRadial"/>
    <dgm:cxn modelId="{CE2C9365-E8D9-4FCB-AA71-7D2772F9A388}" type="presParOf" srcId="{67D15FC6-E047-48C3-847F-243D66AC66A9}" destId="{D6EA40F1-8F1D-497B-935A-7440D7458290}" srcOrd="1" destOrd="0" presId="urn:microsoft.com/office/officeart/2011/layout/HexagonRadial"/>
    <dgm:cxn modelId="{A4DCEEFD-8FB7-4C00-B8A9-D7B3F2F2C9BF}" type="presParOf" srcId="{D6EA40F1-8F1D-497B-935A-7440D7458290}" destId="{595D05E8-0147-4426-84F2-CAF286F94084}" srcOrd="0" destOrd="0" presId="urn:microsoft.com/office/officeart/2011/layout/HexagonRadial"/>
    <dgm:cxn modelId="{78894057-7334-43AA-846B-411D0DBC3668}" type="presParOf" srcId="{67D15FC6-E047-48C3-847F-243D66AC66A9}" destId="{0CB0AA78-D63F-4F3A-AFA6-EAE5E0314406}" srcOrd="2" destOrd="0" presId="urn:microsoft.com/office/officeart/2011/layout/HexagonRadial"/>
    <dgm:cxn modelId="{5A590799-2041-45C1-A02F-27236B82E88F}" type="presParOf" srcId="{67D15FC6-E047-48C3-847F-243D66AC66A9}" destId="{588526E8-04B5-4B80-AA9B-0D229A69CB08}" srcOrd="3" destOrd="0" presId="urn:microsoft.com/office/officeart/2011/layout/HexagonRadial"/>
    <dgm:cxn modelId="{57DA7FC2-3729-4E4B-8659-43B4E8875CDA}" type="presParOf" srcId="{588526E8-04B5-4B80-AA9B-0D229A69CB08}" destId="{16108406-D824-48AA-986F-F20B13B82A81}" srcOrd="0" destOrd="0" presId="urn:microsoft.com/office/officeart/2011/layout/HexagonRadial"/>
    <dgm:cxn modelId="{044FEC93-D461-49D5-94B8-EEB96C0D6014}" type="presParOf" srcId="{67D15FC6-E047-48C3-847F-243D66AC66A9}" destId="{9699140C-2F89-460C-BE44-85A64DE59F52}" srcOrd="4" destOrd="0" presId="urn:microsoft.com/office/officeart/2011/layout/HexagonRadial"/>
    <dgm:cxn modelId="{01C43576-FFEF-46BE-974D-5CBA463C22D1}" type="presParOf" srcId="{67D15FC6-E047-48C3-847F-243D66AC66A9}" destId="{B9739F21-4DE0-44C7-A0C1-2C212BC562EA}" srcOrd="5" destOrd="0" presId="urn:microsoft.com/office/officeart/2011/layout/HexagonRadial"/>
    <dgm:cxn modelId="{DF47B44C-D960-4689-8500-79FC13815C82}" type="presParOf" srcId="{B9739F21-4DE0-44C7-A0C1-2C212BC562EA}" destId="{322F9847-0308-445A-A02E-9697140899BE}" srcOrd="0" destOrd="0" presId="urn:microsoft.com/office/officeart/2011/layout/HexagonRadial"/>
    <dgm:cxn modelId="{992E85C7-6CFF-4810-9D0B-449855C9FFC3}" type="presParOf" srcId="{67D15FC6-E047-48C3-847F-243D66AC66A9}" destId="{55AB8E64-BB27-433B-A701-D00D0ADFE0F2}" srcOrd="6" destOrd="0" presId="urn:microsoft.com/office/officeart/2011/layout/HexagonRadial"/>
    <dgm:cxn modelId="{803545BC-FDB9-47AC-86F5-101BFDDCCAC4}" type="presParOf" srcId="{67D15FC6-E047-48C3-847F-243D66AC66A9}" destId="{FE031180-106C-462C-846E-00FB37085631}" srcOrd="7" destOrd="0" presId="urn:microsoft.com/office/officeart/2011/layout/HexagonRadial"/>
    <dgm:cxn modelId="{03504B4D-02BB-4A3A-BEEA-C59BC5A476C0}" type="presParOf" srcId="{FE031180-106C-462C-846E-00FB37085631}" destId="{76DF7524-118F-4A3C-8039-C7730AC993D2}" srcOrd="0" destOrd="0" presId="urn:microsoft.com/office/officeart/2011/layout/HexagonRadial"/>
    <dgm:cxn modelId="{6BED9F9B-0CD9-4647-8CB4-61F7D1DFA8D7}" type="presParOf" srcId="{67D15FC6-E047-48C3-847F-243D66AC66A9}" destId="{D57699A4-5871-457E-B5AC-85BE314A9854}" srcOrd="8" destOrd="0" presId="urn:microsoft.com/office/officeart/2011/layout/HexagonRadial"/>
    <dgm:cxn modelId="{35341C55-6CF0-48FF-8A00-6ED472B85D98}" type="presParOf" srcId="{67D15FC6-E047-48C3-847F-243D66AC66A9}" destId="{5A3A4720-2C82-4FE8-8A1B-0239B901DA21}" srcOrd="9" destOrd="0" presId="urn:microsoft.com/office/officeart/2011/layout/HexagonRadial"/>
    <dgm:cxn modelId="{342F0B4D-CB23-4C8F-9E52-BA9CDAE31D1E}" type="presParOf" srcId="{5A3A4720-2C82-4FE8-8A1B-0239B901DA21}" destId="{6A5105C0-DF27-4B27-8885-6430EAC6309F}" srcOrd="0" destOrd="0" presId="urn:microsoft.com/office/officeart/2011/layout/HexagonRadial"/>
    <dgm:cxn modelId="{A560CD4C-6750-4686-AB68-EA322E49E259}" type="presParOf" srcId="{67D15FC6-E047-48C3-847F-243D66AC66A9}" destId="{EDC1BEF1-AC06-4D76-AA94-62F6EB75537B}" srcOrd="10" destOrd="0" presId="urn:microsoft.com/office/officeart/2011/layout/HexagonRadial"/>
    <dgm:cxn modelId="{4E44BC01-AF6B-458D-BD3F-1F9FEAAA8242}" type="presParOf" srcId="{67D15FC6-E047-48C3-847F-243D66AC66A9}" destId="{0D077B03-4238-4515-BAC2-1FD4B5D76EA1}" srcOrd="11" destOrd="0" presId="urn:microsoft.com/office/officeart/2011/layout/HexagonRadial"/>
    <dgm:cxn modelId="{5CAFD3F7-9D6D-4DDD-95F3-1B3C7EE1D321}" type="presParOf" srcId="{0D077B03-4238-4515-BAC2-1FD4B5D76EA1}" destId="{49B31C55-29E4-4F65-B048-7407A37441AB}" srcOrd="0" destOrd="0" presId="urn:microsoft.com/office/officeart/2011/layout/HexagonRadial"/>
    <dgm:cxn modelId="{71C6330F-7900-413B-8F3E-4C852976D96E}" type="presParOf" srcId="{67D15FC6-E047-48C3-847F-243D66AC66A9}" destId="{C5A425D9-4151-4A77-AD71-BFDEBC1E8358}" srcOrd="12" destOrd="0" presId="urn:microsoft.com/office/officeart/2011/layout/HexagonRadial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D19A2F-77BC-4938-9885-093F435A8A47}">
      <dsp:nvSpPr>
        <dsp:cNvPr id="0" name=""/>
        <dsp:cNvSpPr/>
      </dsp:nvSpPr>
      <dsp:spPr>
        <a:xfrm>
          <a:off x="1201573" y="1080996"/>
          <a:ext cx="1373993" cy="1188560"/>
        </a:xfrm>
        <a:prstGeom prst="hexagon">
          <a:avLst>
            <a:gd name="adj" fmla="val 2857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Cloud migration</a:t>
          </a:r>
        </a:p>
      </dsp:txBody>
      <dsp:txXfrm>
        <a:off x="1429263" y="1277957"/>
        <a:ext cx="918613" cy="794638"/>
      </dsp:txXfrm>
    </dsp:sp>
    <dsp:sp modelId="{16108406-D824-48AA-986F-F20B13B82A81}">
      <dsp:nvSpPr>
        <dsp:cNvPr id="0" name=""/>
        <dsp:cNvSpPr/>
      </dsp:nvSpPr>
      <dsp:spPr>
        <a:xfrm>
          <a:off x="2061957" y="512350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B0AA78-D63F-4F3A-AFA6-EAE5E0314406}">
      <dsp:nvSpPr>
        <dsp:cNvPr id="0" name=""/>
        <dsp:cNvSpPr/>
      </dsp:nvSpPr>
      <dsp:spPr>
        <a:xfrm>
          <a:off x="1328137" y="0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chemeClr val="accent2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Time to customer value</a:t>
          </a:r>
        </a:p>
      </dsp:txBody>
      <dsp:txXfrm>
        <a:off x="1514736" y="161430"/>
        <a:ext cx="752780" cy="651243"/>
      </dsp:txXfrm>
    </dsp:sp>
    <dsp:sp modelId="{322F9847-0308-445A-A02E-9697140899BE}">
      <dsp:nvSpPr>
        <dsp:cNvPr id="0" name=""/>
        <dsp:cNvSpPr/>
      </dsp:nvSpPr>
      <dsp:spPr>
        <a:xfrm>
          <a:off x="2666974" y="1347392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99140C-2F89-460C-BE44-85A64DE59F52}">
      <dsp:nvSpPr>
        <dsp:cNvPr id="0" name=""/>
        <dsp:cNvSpPr/>
      </dsp:nvSpPr>
      <dsp:spPr>
        <a:xfrm>
          <a:off x="2360790" y="599138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chemeClr val="accent3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Organize for effectiveness</a:t>
          </a:r>
        </a:p>
      </dsp:txBody>
      <dsp:txXfrm>
        <a:off x="2547389" y="760568"/>
        <a:ext cx="752780" cy="651243"/>
      </dsp:txXfrm>
    </dsp:sp>
    <dsp:sp modelId="{76DF7524-118F-4A3C-8039-C7730AC993D2}">
      <dsp:nvSpPr>
        <dsp:cNvPr id="0" name=""/>
        <dsp:cNvSpPr/>
      </dsp:nvSpPr>
      <dsp:spPr>
        <a:xfrm>
          <a:off x="2246690" y="2289997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AB8E64-BB27-433B-A701-D00D0ADFE0F2}">
      <dsp:nvSpPr>
        <dsp:cNvPr id="0" name=""/>
        <dsp:cNvSpPr/>
      </dsp:nvSpPr>
      <dsp:spPr>
        <a:xfrm>
          <a:off x="2360790" y="1776976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92D05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Digital stability</a:t>
          </a:r>
        </a:p>
      </dsp:txBody>
      <dsp:txXfrm>
        <a:off x="2547389" y="1938406"/>
        <a:ext cx="752780" cy="651243"/>
      </dsp:txXfrm>
    </dsp:sp>
    <dsp:sp modelId="{6A5105C0-DF27-4B27-8885-6430EAC6309F}">
      <dsp:nvSpPr>
        <dsp:cNvPr id="0" name=""/>
        <dsp:cNvSpPr/>
      </dsp:nvSpPr>
      <dsp:spPr>
        <a:xfrm>
          <a:off x="1204130" y="2387843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7699A4-5871-457E-B5AC-85BE314A9854}">
      <dsp:nvSpPr>
        <dsp:cNvPr id="0" name=""/>
        <dsp:cNvSpPr/>
      </dsp:nvSpPr>
      <dsp:spPr>
        <a:xfrm>
          <a:off x="1328137" y="2376785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00B0F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200" kern="1200" dirty="0"/>
            <a:t>Business Innovation at speed</a:t>
          </a:r>
          <a:endParaRPr lang="en-US" sz="1200" kern="1200" dirty="0"/>
        </a:p>
      </dsp:txBody>
      <dsp:txXfrm>
        <a:off x="1514736" y="2538215"/>
        <a:ext cx="752780" cy="651243"/>
      </dsp:txXfrm>
    </dsp:sp>
    <dsp:sp modelId="{49B31C55-29E4-4F65-B048-7407A37441AB}">
      <dsp:nvSpPr>
        <dsp:cNvPr id="0" name=""/>
        <dsp:cNvSpPr/>
      </dsp:nvSpPr>
      <dsp:spPr>
        <a:xfrm>
          <a:off x="589204" y="1553137"/>
          <a:ext cx="518403" cy="446673"/>
        </a:xfrm>
        <a:prstGeom prst="hexagon">
          <a:avLst>
            <a:gd name="adj" fmla="val 28900"/>
            <a:gd name="vf" fmla="val 11547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1BEF1-AC06-4D76-AA94-62F6EB75537B}">
      <dsp:nvSpPr>
        <dsp:cNvPr id="0" name=""/>
        <dsp:cNvSpPr/>
      </dsp:nvSpPr>
      <dsp:spPr>
        <a:xfrm>
          <a:off x="290691" y="1777646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00206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Enable transformation</a:t>
          </a:r>
        </a:p>
      </dsp:txBody>
      <dsp:txXfrm>
        <a:off x="477290" y="1939076"/>
        <a:ext cx="752780" cy="651243"/>
      </dsp:txXfrm>
    </dsp:sp>
    <dsp:sp modelId="{C5A425D9-4151-4A77-AD71-BFDEBC1E8358}">
      <dsp:nvSpPr>
        <dsp:cNvPr id="0" name=""/>
        <dsp:cNvSpPr/>
      </dsp:nvSpPr>
      <dsp:spPr>
        <a:xfrm>
          <a:off x="290691" y="597798"/>
          <a:ext cx="1125978" cy="974103"/>
        </a:xfrm>
        <a:prstGeom prst="hexagon">
          <a:avLst>
            <a:gd name="adj" fmla="val 28570"/>
            <a:gd name="vf" fmla="val 115470"/>
          </a:avLst>
        </a:prstGeom>
        <a:solidFill>
          <a:srgbClr val="FF0000"/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Intelligent </a:t>
          </a:r>
          <a:r>
            <a:rPr lang="en-US" altLang="zh-CN" sz="1200" kern="1200" dirty="0"/>
            <a:t>automation</a:t>
          </a:r>
          <a:endParaRPr lang="en-US" sz="1200" kern="1200" dirty="0"/>
        </a:p>
      </dsp:txBody>
      <dsp:txXfrm>
        <a:off x="477290" y="759228"/>
        <a:ext cx="752780" cy="65124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1/layout/HexagonRadial">
  <dgm:title val="Hexagon Radial"/>
  <dgm:desc val="Use to show a sequential process that relates to a central idea or theme. Limited to six Level 2 shapes. Works best with small amounts of text. Unused text does not appear, but remains available if you switch layouts."/>
  <dgm:catLst>
    <dgm:cat type="cycle" pri="8500"/>
    <dgm:cat type="officeonline" pri="9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  <dgm:pt modelId="15">
          <dgm:prSet phldr="1"/>
        </dgm:pt>
        <dgm:pt modelId="16">
          <dgm:prSet phldr="1"/>
        </dgm:pt>
      </dgm:ptLst>
      <dgm:cxnLst>
        <dgm:cxn modelId="40" srcId="0" destId="10" srcOrd="0" destOrd="0"/>
        <dgm:cxn modelId="50" srcId="10" destId="11" srcOrd="0" destOrd="0"/>
        <dgm:cxn modelId="60" srcId="10" destId="12" srcOrd="0" destOrd="0"/>
        <dgm:cxn modelId="70" srcId="10" destId="13" srcOrd="0" destOrd="0"/>
        <dgm:cxn modelId="80" srcId="10" destId="14" srcOrd="0" destOrd="0"/>
        <dgm:cxn modelId="90" srcId="10" destId="15" srcOrd="0" destOrd="0"/>
        <dgm:cxn modelId="100" srcId="10" destId="16" srcOrd="0" destOrd="0"/>
      </dgm:cxnLst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5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l" for="ch" forName="Accent1" refType="w" fact="0.168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l" for="ch" forName="Parent" refType="w" fact="0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6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l" for="ch" forName="Accent2" refType="w" fact="0.6413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Parent" refType="w" fact="0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l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7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3" refType="w" fact="0.4573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l" for="ch" forName="Accent2" refType="w" fact="0.6413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3" refType="w" fact="0.0554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l" for="ch" forName="Parent" refType="w" fact="0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l" for="ch" forName="Child1" refType="w" fact="0.5073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l" for="ch" forName="Child2" refType="w" fact="0.5073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8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4" refType="w" fact="0.4573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l" for="ch" forName="Accent3" refType="w" fact="0.6413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l" for="ch" forName="Accent2" refType="w" fact="0.376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0554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l" for="ch" forName="Parent" refType="w" fact="0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l" for="ch" forName="Child2" refType="w" fact="0.5073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l" for="ch" forName="Child3" refType="w" fact="0.5073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l" for="ch" forName="Child1" refType="w" fact="0.0554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9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0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l" for="ch" forName="Accent6" refType="w" fact="0.0934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l" for="ch" forName="Accent5" refType="w" fact="0.2858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l" for="ch" forName="Accent4" refType="w" fact="0.612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l" for="ch" forName="Accent3" refType="w" fact="0.743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l" for="ch" forName="Accent2" refType="w" fact="0.5542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l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l" for="ch" forName="Child4" refType="w" fact="0.3246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l" for="ch" forName="Parent" refType="w" fact="0.28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l" for="ch" forName="Child2" refType="w" fact="0.6477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l" for="ch" forName="Child3" refType="w" fact="0.6477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l" for="ch" forName="Child5" refType="w" fact="0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l" for="ch" forName="Child6" refType="w" fact="0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l" for="ch" forName="Child1" refType="w" fact="0.3246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if>
      <dgm:else name="Name11">
        <dgm:choose name="Name12">
          <dgm:if name="Name13" axis="ch ch" ptType="node node" st="1 1" cnt="1 0" func="cnt" op="equ" val="0">
            <dgm:alg type="composite">
              <dgm:param type="ar" val="1.1561"/>
            </dgm:alg>
            <dgm:constrLst>
              <dgm:constr type="primFontSz" for="des" forName="Parent" val="65"/>
              <dgm:constr type="l" for="ch" forName="Parent" refType="w" fact="0"/>
              <dgm:constr type="t" for="ch" forName="Parent" refType="h" fact="0"/>
              <dgm:constr type="w" for="ch" forName="Parent" refType="w"/>
              <dgm:constr type="h" for="ch" forName="Parent" refType="h"/>
            </dgm:constrLst>
          </dgm:if>
          <dgm:if name="Name14" axis="ch ch" ptType="node node" st="1 1" cnt="1 0" func="cnt" op="lte" val="1">
            <dgm:alg type="composite">
              <dgm:param type="ar" val="1.36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r" for="ch" forName="Accent1" refType="w" fact="0.8315"/>
              <dgm:constr type="t" for="ch" forName="Accent1" refType="h" fact="0.2946"/>
              <dgm:constr type="w" for="ch" forName="Accent1" refType="w" fact="0.462"/>
              <dgm:constr type="h" for="ch" forName="Accent1" refType="h" fact="0.5472"/>
              <dgm:constr type="r" for="ch" forName="Parent" refType="w"/>
              <dgm:constr type="t" for="ch" forName="Parent" refType="h" fact="0.2885"/>
              <dgm:constr type="w" for="ch" forName="Parent" refType="w" fact="0.6013"/>
              <dgm:constr type="h" for="ch" forName="Parent" refType="h" fact="0.7115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5831"/>
            </dgm:constrLst>
          </dgm:if>
          <dgm:if name="Name15" axis="ch ch" ptType="node node" st="1 1" cnt="1 0" func="cnt" op="equ" val="2">
            <dgm:alg type="composite">
              <dgm:param type="ar" val="1.0619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2" refType="primFontSz" refFor="des" refForName="Child1" op="equ"/>
              <dgm:constr type="r" for="ch" forName="Accent2" refType="w" fact="0.3587"/>
              <dgm:constr type="t" for="ch" forName="Accent2" refType="h" fact="0.3477"/>
              <dgm:constr type="w" for="ch" forName="Accent2" refType="w" fact="0.2269"/>
              <dgm:constr type="h" for="ch" forName="Accent2" refType="h" fact="0.2076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Parent" refType="w"/>
              <dgm:constr type="t" for="ch" forName="Parent" refType="h" fact="0.2239"/>
              <dgm:constr type="w" for="ch" forName="Parent" refType="w" fact="0.6013"/>
              <dgm:constr type="h" for="ch" forName="Parent" refType="h" fact="0.5523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4527"/>
              <dgm:constr type="r" for="ch" forName="Child2" refType="w" fact="0.5073"/>
              <dgm:constr type="t" for="ch" forName="Child2" refType="h" fact="0.5473"/>
              <dgm:constr type="w" for="ch" forName="Child2" refType="w" fact="0.4927"/>
              <dgm:constr type="h" for="ch" forName="Child2" refType="h" fact="0.4527"/>
            </dgm:constrLst>
          </dgm:if>
          <dgm:if name="Name16" axis="ch ch" ptType="node node" st="1 1" cnt="1 0" func="cnt" op="equ" val="3">
            <dgm:alg type="composite">
              <dgm:param type="ar" val="0.8305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Accent3" refType="w" fact="0.5427"/>
              <dgm:constr type="t" for="ch" forName="Accent3" refType="h" fact="0.6145"/>
              <dgm:constr type="w" for="ch" forName="Accent3" refType="w" fact="0.2269"/>
              <dgm:constr type="h" for="ch" forName="Accent3" refType="h" fact="0.1623"/>
              <dgm:constr type="r" for="ch" forName="Accent2" refType="w" fact="0.3587"/>
              <dgm:constr type="t" for="ch" forName="Accent2" refType="h" fact="0.2719"/>
              <dgm:constr type="w" for="ch" forName="Accent2" refType="w" fact="0.2269"/>
              <dgm:constr type="h" for="ch" forName="Accent2" refType="h" fact="0.162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3" refType="w" fact="0.9446"/>
              <dgm:constr type="t" for="ch" forName="Child3" refType="h" fact="0.646"/>
              <dgm:constr type="w" for="ch" forName="Child3" refType="w" fact="0.4927"/>
              <dgm:constr type="h" for="ch" forName="Child3" refType="h" fact="0.354"/>
              <dgm:constr type="r" for="ch" forName="Parent" refType="w"/>
              <dgm:constr type="t" for="ch" forName="Parent" refType="h" fact="0.1751"/>
              <dgm:constr type="w" for="ch" forName="Parent" refType="w" fact="0.6013"/>
              <dgm:constr type="h" for="ch" forName="Parent" refType="h" fact="0.4319"/>
              <dgm:constr type="r" for="ch" forName="Child1" refType="w" fact="0.4927"/>
              <dgm:constr type="t" for="ch" forName="Child1" refType="h" fact="0"/>
              <dgm:constr type="w" for="ch" forName="Child1" refType="w" fact="0.4927"/>
              <dgm:constr type="h" for="ch" forName="Child1" refType="h" fact="0.354"/>
              <dgm:constr type="r" for="ch" forName="Child2" refType="w" fact="0.4927"/>
              <dgm:constr type="t" for="ch" forName="Child2" refType="h" fact="0.428"/>
              <dgm:constr type="w" for="ch" forName="Child2" refType="w" fact="0.4927"/>
              <dgm:constr type="h" for="ch" forName="Child2" refType="h" fact="0.354"/>
            </dgm:constrLst>
          </dgm:if>
          <dgm:if name="Name17" axis="ch ch" ptType="node node" st="1 1" cnt="1 0" func="cnt" op="equ" val="4">
            <dgm:alg type="composite">
              <dgm:param type="ar" val="0.682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Accent4" refType="w" fact="0.5427"/>
              <dgm:constr type="t" for="ch" forName="Accent4" refType="h" fact="0.6834"/>
              <dgm:constr type="w" for="ch" forName="Accent4" refType="w" fact="0.2269"/>
              <dgm:constr type="h" for="ch" forName="Accent4" refType="h" fact="0.1333"/>
              <dgm:constr type="r" for="ch" forName="Accent3" refType="w" fact="0.3587"/>
              <dgm:constr type="t" for="ch" forName="Accent3" refType="h" fact="0.4021"/>
              <dgm:constr type="w" for="ch" forName="Accent3" refType="w" fact="0.2269"/>
              <dgm:constr type="h" for="ch" forName="Accent3" refType="h" fact="0.1333"/>
              <dgm:constr type="r" for="ch" forName="Accent2" refType="w" fact="0.6235"/>
              <dgm:constr type="t" for="ch" forName="Accent2" refType="h" fact="0.1529"/>
              <dgm:constr type="w" for="ch" forName="Accent2" refType="w" fact="0.2269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9446"/>
              <dgm:constr type="t" for="ch" forName="Child4" refType="h" fact="0.7093"/>
              <dgm:constr type="w" for="ch" forName="Child4" refType="w" fact="0.4927"/>
              <dgm:constr type="h" for="ch" forName="Child4" refType="h" fact="0.2907"/>
              <dgm:constr type="r" for="ch" forName="Parent" refType="w"/>
              <dgm:constr type="t" for="ch" forName="Parent" refType="h" fact="0.3226"/>
              <dgm:constr type="w" for="ch" forName="Parent" refType="w" fact="0.6013"/>
              <dgm:constr type="h" for="ch" forName="Parent" refType="h" fact="0.3547"/>
              <dgm:constr type="r" for="ch" forName="Child2" refType="w" fact="0.4927"/>
              <dgm:constr type="t" for="ch" forName="Child2" refType="h" fact="0.1788"/>
              <dgm:constr type="w" for="ch" forName="Child2" refType="w" fact="0.4927"/>
              <dgm:constr type="h" for="ch" forName="Child2" refType="h" fact="0.2907"/>
              <dgm:constr type="r" for="ch" forName="Child3" refType="w" fact="0.4927"/>
              <dgm:constr type="t" for="ch" forName="Child3" refType="h" fact="0.5303"/>
              <dgm:constr type="w" for="ch" forName="Child3" refType="w" fact="0.4927"/>
              <dgm:constr type="h" for="ch" forName="Child3" refType="h" fact="0.2907"/>
              <dgm:constr type="r" for="ch" forName="Child1" refType="w" fact="0.9446"/>
              <dgm:constr type="t" for="ch" forName="Child1" refType="h" fact="0"/>
              <dgm:constr type="w" for="ch" forName="Child1" refType="w" fact="0.4927"/>
              <dgm:constr type="h" for="ch" forName="Child1" refType="h" fact="0.2907"/>
            </dgm:constrLst>
          </dgm:if>
          <dgm:if name="Name18" axis="ch ch" ptType="node node" st="1 1" cnt="1 0" func="cnt" op="equ" val="5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if>
          <dgm:else name="Name19">
            <dgm:alg type="composite">
              <dgm:param type="ar" val="0.9538"/>
            </dgm:alg>
            <dgm:constrLst>
              <dgm:constr type="primFontSz" for="des" forName="Parent" val="65"/>
              <dgm:constr type="primFontSz" for="des" forName="Child1" val="65"/>
              <dgm:constr type="primFontSz" for="des" forName="Child1" refType="primFontSz" refFor="des" refForName="Parent" op="lte"/>
              <dgm:constr type="primFontSz" for="des" forName="Child2" refType="primFontSz" refFor="des" refForName="Parent" op="lte"/>
              <dgm:constr type="primFontSz" for="des" forName="Child3" refType="primFontSz" refFor="des" refForName="Parent" op="lte"/>
              <dgm:constr type="primFontSz" for="des" forName="Child4" refType="primFontSz" refFor="des" refForName="Parent" op="lte"/>
              <dgm:constr type="primFontSz" for="des" forName="Child5" refType="primFontSz" refFor="des" refForName="Parent" op="lte"/>
              <dgm:constr type="primFontSz" for="des" forName="Child6" refType="primFontSz" refFor="des" refForName="Parent" op="lte"/>
              <dgm:constr type="primFontSz" for="des" forName="Child7" refType="primFontSz" refFor="des" refForName="Parent" op="lte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ptType="node" op="equ" val="65"/>
              <dgm:constr type="r" for="ch" forName="Accent6" refType="w" fact="0.9066"/>
              <dgm:constr type="t" for="ch" forName="Accent6" refType="h" fact="0.4635"/>
              <dgm:constr type="w" for="ch" forName="Accent6" refType="w" fact="0.1622"/>
              <dgm:constr type="h" for="ch" forName="Accent6" refType="h" fact="0.1333"/>
              <dgm:constr type="r" for="ch" forName="Accent5" refType="w" fact="0.7142"/>
              <dgm:constr type="t" for="ch" forName="Accent5" refType="h" fact="0.7126"/>
              <dgm:constr type="w" for="ch" forName="Accent5" refType="w" fact="0.1622"/>
              <dgm:constr type="h" for="ch" forName="Accent5" refType="h" fact="0.1333"/>
              <dgm:constr type="r" for="ch" forName="Accent4" refType="w" fact="0.388"/>
              <dgm:constr type="t" for="ch" forName="Accent4" refType="h" fact="0.6834"/>
              <dgm:constr type="w" for="ch" forName="Accent4" refType="w" fact="0.1622"/>
              <dgm:constr type="h" for="ch" forName="Accent4" refType="h" fact="0.1333"/>
              <dgm:constr type="r" for="ch" forName="Accent3" refType="w" fact="0.2565"/>
              <dgm:constr type="t" for="ch" forName="Accent3" refType="h" fact="0.4021"/>
              <dgm:constr type="w" for="ch" forName="Accent3" refType="w" fact="0.1622"/>
              <dgm:constr type="h" for="ch" forName="Accent3" refType="h" fact="0.1333"/>
              <dgm:constr type="r" for="ch" forName="Accent2" refType="w" fact="0.4458"/>
              <dgm:constr type="t" for="ch" forName="Accent2" refType="h" fact="0.1529"/>
              <dgm:constr type="w" for="ch" forName="Accent2" refType="w" fact="0.1622"/>
              <dgm:constr type="h" for="ch" forName="Accent2" refType="h" fact="0.1333"/>
              <dgm:constr type="r" for="ch" forName="Accent1" refType="w" fact="0"/>
              <dgm:constr type="t" for="ch" forName="Accent1" refType="h" fact="0"/>
              <dgm:constr type="w" for="ch" forName="Accent1" refType="w" fact="0"/>
              <dgm:constr type="h" for="ch" forName="Accent1" refType="h" fact="0"/>
              <dgm:constr type="r" for="ch" forName="Child4" refType="w" fact="0.6754"/>
              <dgm:constr type="t" for="ch" forName="Child4" refType="h" fact="0.7093"/>
              <dgm:constr type="w" for="ch" forName="Child4" refType="w" fact="0.3523"/>
              <dgm:constr type="h" for="ch" forName="Child4" refType="h" fact="0.2907"/>
              <dgm:constr type="r" for="ch" forName="Parent" refType="w" fact="0.715"/>
              <dgm:constr type="t" for="ch" forName="Parent" refType="h" fact="0.3226"/>
              <dgm:constr type="w" for="ch" forName="Parent" refType="w" fact="0.4299"/>
              <dgm:constr type="h" for="ch" forName="Parent" refType="h" fact="0.3547"/>
              <dgm:constr type="r" for="ch" forName="Child2" refType="w" fact="0.3523"/>
              <dgm:constr type="t" for="ch" forName="Child2" refType="h" fact="0.1788"/>
              <dgm:constr type="w" for="ch" forName="Child2" refType="w" fact="0.3523"/>
              <dgm:constr type="h" for="ch" forName="Child2" refType="h" fact="0.2907"/>
              <dgm:constr type="r" for="ch" forName="Child3" refType="w" fact="0.3523"/>
              <dgm:constr type="t" for="ch" forName="Child3" refType="h" fact="0.5303"/>
              <dgm:constr type="w" for="ch" forName="Child3" refType="w" fact="0.3523"/>
              <dgm:constr type="h" for="ch" forName="Child3" refType="h" fact="0.2907"/>
              <dgm:constr type="r" for="ch" forName="Child5" refType="w"/>
              <dgm:constr type="t" for="ch" forName="Child5" refType="h" fact="0.5305"/>
              <dgm:constr type="w" for="ch" forName="Child5" refType="w" fact="0.3523"/>
              <dgm:constr type="h" for="ch" forName="Child5" refType="h" fact="0.2907"/>
              <dgm:constr type="r" for="ch" forName="Child6" refType="w"/>
              <dgm:constr type="t" for="ch" forName="Child6" refType="h" fact="0.1784"/>
              <dgm:constr type="w" for="ch" forName="Child6" refType="w" fact="0.3523"/>
              <dgm:constr type="h" for="ch" forName="Child6" refType="h" fact="0.2907"/>
              <dgm:constr type="r" for="ch" forName="Child1" refType="w" fact="0.6754"/>
              <dgm:constr type="t" for="ch" forName="Child1" refType="h" fact="0"/>
              <dgm:constr type="w" for="ch" forName="Child1" refType="w" fact="0.3523"/>
              <dgm:constr type="h" for="ch" forName="Child1" refType="h" fact="0.2907"/>
            </dgm:constrLst>
          </dgm:else>
        </dgm:choose>
      </dgm:else>
    </dgm:choose>
    <dgm:forEach name="wrapper" axis="self" ptType="parTrans">
      <dgm:forEach name="accentRepeat" axis="self">
        <dgm:layoutNode name="Accent" styleLbl="bgShp">
          <dgm:alg type="sp"/>
          <dgm:shape xmlns:r="http://schemas.openxmlformats.org/officeDocument/2006/relationships" type="hexagon" r:blip="" zOrderOff="-2">
            <dgm:adjLst>
              <dgm:adj idx="1" val="0.289"/>
              <dgm:adj idx="2" val="1.1547"/>
            </dgm:adjLst>
          </dgm:shape>
          <dgm:presOf/>
        </dgm:layoutNode>
      </dgm:forEach>
    </dgm:forEach>
    <dgm:forEach name="Name20" axis="ch" ptType="node" cnt="1">
      <dgm:layoutNode name="Parent" styleLbl="node0">
        <dgm:varLst>
          <dgm:chMax val="6"/>
          <dgm:chPref val="6"/>
        </dgm:varLst>
        <dgm:alg type="tx"/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self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1" axis="ch ch" ptType="node node" st="1 1" cnt="1 1">
      <dgm:layoutNode name="Accent1">
        <dgm:alg type="sp"/>
        <dgm:shape xmlns:r="http://schemas.openxmlformats.org/officeDocument/2006/relationships" r:blip="" zOrderOff="-2">
          <dgm:adjLst/>
        </dgm:shape>
        <dgm:presOf/>
        <dgm:constrLst/>
        <dgm:forEach name="Name22" ref="accentRepeat"/>
      </dgm:layoutNode>
      <dgm:layoutNode name="Child1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3" axis="ch ch" ptType="node node" st="1 2" cnt="1 1">
      <dgm:layoutNode name="Accent2">
        <dgm:alg type="sp"/>
        <dgm:shape xmlns:r="http://schemas.openxmlformats.org/officeDocument/2006/relationships" r:blip="" zOrderOff="-2">
          <dgm:adjLst/>
        </dgm:shape>
        <dgm:presOf/>
        <dgm:constrLst/>
        <dgm:forEach name="Name24" ref="accentRepeat"/>
      </dgm:layoutNode>
      <dgm:layoutNode name="Child2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5" axis="ch ch" ptType="node node" st="1 3" cnt="1 1">
      <dgm:layoutNode name="Accent3">
        <dgm:alg type="sp"/>
        <dgm:shape xmlns:r="http://schemas.openxmlformats.org/officeDocument/2006/relationships" r:blip="" zOrderOff="-2">
          <dgm:adjLst/>
        </dgm:shape>
        <dgm:presOf/>
        <dgm:constrLst/>
        <dgm:forEach name="Name26" ref="accentRepeat"/>
      </dgm:layoutNode>
      <dgm:layoutNode name="Child3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7" axis="ch ch" ptType="node node" st="1 4" cnt="1 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28" ref="accentRepeat"/>
      </dgm:layoutNode>
      <dgm:layoutNode name="Child4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29" axis="ch ch" ptType="node node" st="1 5" cnt="1 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30" ref="accentRepeat"/>
      </dgm:layoutNode>
      <dgm:layoutNode name="Child5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31" axis="ch ch" ptType="node node" st="1 6" cnt="1 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32" ref="accentRepeat"/>
      </dgm:layoutNode>
      <dgm:layoutNode name="Child6" styleLbl="node1">
        <dgm:varLst>
          <dgm:chMax val="0"/>
          <dgm:chPref val="0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hexagon" r:blip="">
          <dgm:adjLst>
            <dgm:adj idx="1" val="0.2857"/>
            <dgm:adj idx="2" val="1.1547"/>
          </dgm:adjLst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10/21/2026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10/21/2026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7E530-03B6-8156-802E-3AA1B94E6D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2139" y="2080620"/>
            <a:ext cx="11238806" cy="920276"/>
          </a:xfrm>
        </p:spPr>
        <p:txBody>
          <a:bodyPr/>
          <a:lstStyle/>
          <a:p>
            <a:pPr algn="ctr"/>
            <a:r>
              <a:rPr lang="en-US" sz="6000" dirty="0"/>
              <a:t>From On-Premises to Cloud: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F543AB-30BC-7246-CBF2-7DCB5BA96D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8824" y="3000896"/>
            <a:ext cx="10083852" cy="507075"/>
          </a:xfrm>
        </p:spPr>
        <p:txBody>
          <a:bodyPr>
            <a:norm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</a:rPr>
              <a:t>Lessons Learned from an Enterprise AWS Migration at Fannie Mae</a:t>
            </a:r>
          </a:p>
          <a:p>
            <a:pPr algn="ctr"/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44EC045-ACD7-FDB8-A5CF-6A5B7240BE02}"/>
              </a:ext>
            </a:extLst>
          </p:cNvPr>
          <p:cNvSpPr txBox="1">
            <a:spLocks/>
          </p:cNvSpPr>
          <p:nvPr/>
        </p:nvSpPr>
        <p:spPr bwMode="gray">
          <a:xfrm>
            <a:off x="4705003" y="4771507"/>
            <a:ext cx="2781993" cy="1144891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 cap="all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b="1" dirty="0">
                <a:solidFill>
                  <a:schemeClr val="bg1"/>
                </a:solidFill>
                <a:cs typeface="Times New Roman" panose="02020603050405020304" pitchFamily="18" charset="0"/>
              </a:rPr>
              <a:t>Wujian Xue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cs typeface="Times New Roman" panose="02020603050405020304" pitchFamily="18" charset="0"/>
              </a:rPr>
              <a:t>Oct 2026</a:t>
            </a:r>
          </a:p>
          <a:p>
            <a:pPr algn="ctr"/>
            <a:r>
              <a:rPr lang="en-US" b="1" dirty="0">
                <a:solidFill>
                  <a:schemeClr val="bg1"/>
                </a:solidFill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358626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EDF2-8E54-B45D-176B-457D10A49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10401-06A1-81C3-6519-0A37820C4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  <a:p>
            <a:r>
              <a:rPr lang="en-US" dirty="0"/>
              <a:t>Cloud Migration at Fannie Mae</a:t>
            </a:r>
          </a:p>
          <a:p>
            <a:r>
              <a:rPr lang="en-US" dirty="0"/>
              <a:t>My work in the migration</a:t>
            </a:r>
          </a:p>
          <a:p>
            <a:r>
              <a:rPr lang="en-US" dirty="0"/>
              <a:t>Additional value: Efficiency and Accuracy</a:t>
            </a:r>
          </a:p>
          <a:p>
            <a:r>
              <a:rPr lang="en-US" dirty="0"/>
              <a:t>Gen AI and future of code conversion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808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EE76F-279D-D112-43F0-7D1482E70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720" y="957043"/>
            <a:ext cx="11338560" cy="706964"/>
          </a:xfrm>
        </p:spPr>
        <p:txBody>
          <a:bodyPr/>
          <a:lstStyle/>
          <a:p>
            <a:r>
              <a:rPr lang="en-US" dirty="0"/>
              <a:t>1.Background – Fannie Mae and cloud migration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B3C0A-E402-FD38-F6EE-47BD7DE45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0" y="2719878"/>
            <a:ext cx="7506547" cy="3416300"/>
          </a:xfrm>
        </p:spPr>
        <p:txBody>
          <a:bodyPr>
            <a:normAutofit fontScale="92500" lnSpcReduction="10000"/>
          </a:bodyPr>
          <a:lstStyle/>
          <a:p>
            <a:r>
              <a:rPr lang="en-US" sz="2000" dirty="0"/>
              <a:t>Business: </a:t>
            </a:r>
          </a:p>
          <a:p>
            <a:pPr lvl="1"/>
            <a:r>
              <a:rPr lang="en-US" dirty="0"/>
              <a:t>Buy mortgage from lenders across the U.S., give lenders cash to make more home loans.</a:t>
            </a:r>
          </a:p>
          <a:p>
            <a:pPr lvl="1"/>
            <a:r>
              <a:rPr lang="en-US" dirty="0"/>
              <a:t>Pool most of the loans into mortgage-backed securities(MBS) and guarantees investors timely payment of principal and interest.</a:t>
            </a:r>
          </a:p>
          <a:p>
            <a:pPr lvl="1"/>
            <a:r>
              <a:rPr lang="en-US" dirty="0"/>
              <a:t>Earns guarantee fees on the security and interest income on the loan</a:t>
            </a:r>
          </a:p>
          <a:p>
            <a:endParaRPr lang="en-US" sz="2000" dirty="0"/>
          </a:p>
          <a:p>
            <a:r>
              <a:rPr lang="en-US" sz="2000" dirty="0"/>
              <a:t>Numbers: </a:t>
            </a:r>
          </a:p>
          <a:p>
            <a:pPr lvl="1"/>
            <a:r>
              <a:rPr lang="en-US" dirty="0"/>
              <a:t>Chartered by the Congress in 1938, under federal conservatorship in 2008. </a:t>
            </a:r>
          </a:p>
          <a:p>
            <a:pPr lvl="1"/>
            <a:r>
              <a:rPr lang="en-US" dirty="0"/>
              <a:t>Hold $4.3 trillion assets,  financed 25%  homes in the U.S. </a:t>
            </a:r>
          </a:p>
          <a:p>
            <a:endParaRPr 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8FE3219-9ABF-6031-0DCC-13804982CC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72757125"/>
              </p:ext>
            </p:extLst>
          </p:nvPr>
        </p:nvGraphicFramePr>
        <p:xfrm>
          <a:off x="8127999" y="2878666"/>
          <a:ext cx="3777460" cy="3350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759969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00EA9-D2A4-324F-8606-3CDE0F06A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/>
              <a:t>2.Cloud Migration in Fannie Mae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9A460-4838-7CDF-9663-3122CC5F79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5354" y="2544234"/>
            <a:ext cx="3908113" cy="402167"/>
          </a:xfrm>
        </p:spPr>
        <p:txBody>
          <a:bodyPr/>
          <a:lstStyle/>
          <a:p>
            <a:r>
              <a:rPr lang="en-US" dirty="0"/>
              <a:t>7 Rs in AWS Cloud Migration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DF2936-3CFA-A896-4C17-FEFAFAB20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070" y="3063876"/>
            <a:ext cx="4140679" cy="34289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2EEDFA-C1D6-BA5B-129B-7C8D1B083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4621" y="2711877"/>
            <a:ext cx="1290890" cy="8618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D3D017-E651-4304-4D01-96CFF661D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97" y="4004579"/>
            <a:ext cx="1388533" cy="1041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20FF08C-CB3B-2CF3-D883-FDF108A0C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2019" y="4073065"/>
            <a:ext cx="1253067" cy="939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804DAD-7251-FD22-EE74-4352BA72AB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801" y="5350443"/>
            <a:ext cx="1580274" cy="9398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C02668-4915-94EF-92A8-D28B7FEF46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8261" y="4073065"/>
            <a:ext cx="1531814" cy="7089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10F471-1F10-43CA-CBC1-1464D5C19F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5103" y="5438609"/>
            <a:ext cx="1514018" cy="8516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BB5AB5-3B15-369B-AC41-4379CF98DF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97392" y="5350443"/>
            <a:ext cx="1577323" cy="100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250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DDE69-3F80-8204-405C-BCA5C05A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10164979" cy="706964"/>
          </a:xfrm>
        </p:spPr>
        <p:txBody>
          <a:bodyPr/>
          <a:lstStyle/>
          <a:p>
            <a:r>
              <a:rPr lang="en-US" dirty="0"/>
              <a:t>Background – cloud in other organizations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73DF9-3166-A60E-52C2-E39C8F06D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933" y="2290234"/>
            <a:ext cx="11396134" cy="706964"/>
          </a:xfrm>
        </p:spPr>
        <p:txBody>
          <a:bodyPr/>
          <a:lstStyle/>
          <a:p>
            <a:r>
              <a:rPr lang="en-US" dirty="0"/>
              <a:t>Financial regulators, banks, Asset management companies, payment companies and exchanges also have cloud migration.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F5AB3C-3BC2-1BB0-A480-079D7BC5D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83" y="4025063"/>
            <a:ext cx="2007612" cy="20076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CB48E5-6543-1116-993A-705850C76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605" y="2957435"/>
            <a:ext cx="1257396" cy="12573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8FC7744-7040-39EC-5B32-811FF775C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208" y="3021465"/>
            <a:ext cx="1887113" cy="10497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1366866-BA32-93EF-E882-DA10563BE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4375" y="4463839"/>
            <a:ext cx="1829936" cy="10139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314B818-2604-D038-6A7F-2DFDACE5B2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0065" y="4463839"/>
            <a:ext cx="1397559" cy="9294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0405E3-91AB-1BC4-4432-802AF71DEA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4386" y="3429000"/>
            <a:ext cx="2105887" cy="5880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13E1CFE-00BD-35DB-84AE-E1D73862115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69841" y="4524514"/>
            <a:ext cx="1652317" cy="9294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3EE2673-0819-48AC-AEC6-AEC75FFFAD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47163" y="4578302"/>
            <a:ext cx="1167504" cy="70050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2CBC153-62D9-D625-079A-DEB8576A0CB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64668" y="2933161"/>
            <a:ext cx="2244366" cy="1347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83669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{24F95ADF-211B-4389-98CD-4235D7F4A4E4}TF229edf6a-8a49-49ee-a0a6-5037052947485fb3ca0c-bc27bf41d645</Template>
  <TotalTime>12</TotalTime>
  <Words>197</Words>
  <Application>Microsoft Office PowerPoint</Application>
  <PresentationFormat>Widescreen</PresentationFormat>
  <Paragraphs>31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Century Gothic</vt:lpstr>
      <vt:lpstr>Times New Roman</vt:lpstr>
      <vt:lpstr>Wingdings 3</vt:lpstr>
      <vt:lpstr>Ion Boardroom</vt:lpstr>
      <vt:lpstr>From On-Premises to Cloud: </vt:lpstr>
      <vt:lpstr>Agenda</vt:lpstr>
      <vt:lpstr>1.Background – Fannie Mae and cloud migration</vt:lpstr>
      <vt:lpstr>2.Cloud Migration in Fannie Mae</vt:lpstr>
      <vt:lpstr>Background – cloud in other organizations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2</cp:revision>
  <dcterms:created xsi:type="dcterms:W3CDTF">2026-10-21T20:39:20Z</dcterms:created>
  <dcterms:modified xsi:type="dcterms:W3CDTF">2026-10-21T20:52:12Z</dcterms:modified>
</cp:coreProperties>
</file>